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2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3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4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theme/theme5.xml" ContentType="application/vnd.openxmlformats-officedocument.theme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31" r:id="rId5"/>
    <p:sldMasterId id="2147483790" r:id="rId6"/>
    <p:sldMasterId id="2147483847" r:id="rId7"/>
    <p:sldMasterId id="2147483905" r:id="rId8"/>
    <p:sldMasterId id="2147483954" r:id="rId9"/>
  </p:sldMasterIdLst>
  <p:notesMasterIdLst>
    <p:notesMasterId r:id="rId16"/>
  </p:notesMasterIdLst>
  <p:sldIdLst>
    <p:sldId id="1416255792" r:id="rId10"/>
    <p:sldId id="1416255748" r:id="rId11"/>
    <p:sldId id="1416255766" r:id="rId12"/>
    <p:sldId id="1416255734" r:id="rId13"/>
    <p:sldId id="1416255775" r:id="rId14"/>
    <p:sldId id="141625579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EE7901"/>
    <a:srgbClr val="F49235"/>
    <a:srgbClr val="828282"/>
    <a:srgbClr val="DC5758"/>
    <a:srgbClr val="DB5755"/>
    <a:srgbClr val="E28E60"/>
    <a:srgbClr val="D6364E"/>
    <a:srgbClr val="D73B50"/>
    <a:srgbClr val="DB60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284A15-C441-4B66-B9AD-0B3EFBB53540}" v="11" dt="2024-09-24T11:43:10.4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57" autoAdjust="0"/>
  </p:normalViewPr>
  <p:slideViewPr>
    <p:cSldViewPr snapToGrid="0">
      <p:cViewPr varScale="1">
        <p:scale>
          <a:sx n="68" d="100"/>
          <a:sy n="68" d="100"/>
        </p:scale>
        <p:origin x="5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9F71A-D774-4CC6-BB5D-4BD88F97FABD}" type="datetimeFigureOut">
              <a:rPr lang="en-GB" smtClean="0"/>
              <a:t>12/12/2024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6E1FC-EDCB-46E4-831B-E7F129AF52B2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3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6E1FC-EDCB-46E4-831B-E7F129AF52B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77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47342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52537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8986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18033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457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53AB398-C6B0-9A45-B9C8-B098CA44C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339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101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297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6854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30100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128" y="4395277"/>
            <a:ext cx="2366159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7527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0773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4334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4019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65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08467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975" y="3056917"/>
            <a:ext cx="2189165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40024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22714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22536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5226" y="3056917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69700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52390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08467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1157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40024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2714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722536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05226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69700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2390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507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5943820" y="657225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5537" y="350904"/>
            <a:ext cx="4311873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5537" y="1611431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0737" y="350904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737" y="1611431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0737" y="2856212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55537" y="2856212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cxnSp>
        <p:nvCxnSpPr>
          <p:cNvPr id="4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6253843" y="657225"/>
            <a:ext cx="110" cy="612965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55537" y="4193273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90737" y="4193273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0737" y="5526638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44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5537" y="5526638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grpSp>
        <p:nvGrpSpPr>
          <p:cNvPr id="45" name="Groupe 44"/>
          <p:cNvGrpSpPr/>
          <p:nvPr userDrawn="1"/>
        </p:nvGrpSpPr>
        <p:grpSpPr>
          <a:xfrm>
            <a:off x="5970926" y="360629"/>
            <a:ext cx="604920" cy="604920"/>
            <a:chOff x="5945188" y="349461"/>
            <a:chExt cx="618172" cy="618172"/>
          </a:xfrm>
        </p:grpSpPr>
        <p:sp>
          <p:nvSpPr>
            <p:cNvPr id="4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BCD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8" name="Groupe 47"/>
          <p:cNvGrpSpPr/>
          <p:nvPr userDrawn="1"/>
        </p:nvGrpSpPr>
        <p:grpSpPr>
          <a:xfrm>
            <a:off x="5970926" y="1654187"/>
            <a:ext cx="604920" cy="604920"/>
            <a:chOff x="5945188" y="349461"/>
            <a:chExt cx="618172" cy="618172"/>
          </a:xfrm>
        </p:grpSpPr>
        <p:sp>
          <p:nvSpPr>
            <p:cNvPr id="4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A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1" name="Groupe 50"/>
          <p:cNvGrpSpPr/>
          <p:nvPr userDrawn="1"/>
        </p:nvGrpSpPr>
        <p:grpSpPr>
          <a:xfrm rot="21395192">
            <a:off x="5970927" y="2954647"/>
            <a:ext cx="604920" cy="604920"/>
            <a:chOff x="5945188" y="349461"/>
            <a:chExt cx="618172" cy="618172"/>
          </a:xfrm>
        </p:grpSpPr>
        <p:sp>
          <p:nvSpPr>
            <p:cNvPr id="5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7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4" name="Groupe 53"/>
          <p:cNvGrpSpPr/>
          <p:nvPr userDrawn="1"/>
        </p:nvGrpSpPr>
        <p:grpSpPr>
          <a:xfrm>
            <a:off x="5970927" y="4270389"/>
            <a:ext cx="604920" cy="604920"/>
            <a:chOff x="5945188" y="349461"/>
            <a:chExt cx="618172" cy="618172"/>
          </a:xfrm>
        </p:grpSpPr>
        <p:sp>
          <p:nvSpPr>
            <p:cNvPr id="5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7" name="Groupe 56"/>
          <p:cNvGrpSpPr/>
          <p:nvPr userDrawn="1"/>
        </p:nvGrpSpPr>
        <p:grpSpPr>
          <a:xfrm>
            <a:off x="5970927" y="5607236"/>
            <a:ext cx="604920" cy="604920"/>
            <a:chOff x="5945188" y="349461"/>
            <a:chExt cx="618172" cy="618172"/>
          </a:xfrm>
        </p:grpSpPr>
        <p:sp>
          <p:nvSpPr>
            <p:cNvPr id="5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1756672" y="2748264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3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3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394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9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94915" y="134281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0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96305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1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27307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3" name="Image 1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690" y="5699000"/>
            <a:ext cx="461644" cy="441863"/>
          </a:xfrm>
          <a:prstGeom prst="rect">
            <a:avLst/>
          </a:prstGeom>
        </p:spPr>
      </p:pic>
      <p:grpSp>
        <p:nvGrpSpPr>
          <p:cNvPr id="114" name="Groupe 113"/>
          <p:cNvGrpSpPr/>
          <p:nvPr userDrawn="1"/>
        </p:nvGrpSpPr>
        <p:grpSpPr>
          <a:xfrm>
            <a:off x="2968392" y="305213"/>
            <a:ext cx="604920" cy="604920"/>
            <a:chOff x="5945188" y="349461"/>
            <a:chExt cx="618172" cy="618172"/>
          </a:xfrm>
        </p:grpSpPr>
        <p:sp>
          <p:nvSpPr>
            <p:cNvPr id="11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17" name="Groupe 116"/>
          <p:cNvGrpSpPr/>
          <p:nvPr userDrawn="1"/>
        </p:nvGrpSpPr>
        <p:grpSpPr>
          <a:xfrm>
            <a:off x="2968392" y="1910883"/>
            <a:ext cx="604920" cy="604920"/>
            <a:chOff x="5945188" y="349461"/>
            <a:chExt cx="618172" cy="618172"/>
          </a:xfrm>
        </p:grpSpPr>
        <p:sp>
          <p:nvSpPr>
            <p:cNvPr id="11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0" name="Groupe 119"/>
          <p:cNvGrpSpPr/>
          <p:nvPr userDrawn="1"/>
        </p:nvGrpSpPr>
        <p:grpSpPr>
          <a:xfrm rot="21395192">
            <a:off x="2968392" y="5032603"/>
            <a:ext cx="604920" cy="604920"/>
            <a:chOff x="5945188" y="349461"/>
            <a:chExt cx="618172" cy="618172"/>
          </a:xfrm>
        </p:grpSpPr>
        <p:sp>
          <p:nvSpPr>
            <p:cNvPr id="12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7F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3" name="Groupe 122"/>
          <p:cNvGrpSpPr/>
          <p:nvPr userDrawn="1"/>
        </p:nvGrpSpPr>
        <p:grpSpPr>
          <a:xfrm>
            <a:off x="7756569" y="288335"/>
            <a:ext cx="604920" cy="604920"/>
            <a:chOff x="5945188" y="349461"/>
            <a:chExt cx="618172" cy="618172"/>
          </a:xfrm>
        </p:grpSpPr>
        <p:sp>
          <p:nvSpPr>
            <p:cNvPr id="12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6" name="Groupe 125"/>
          <p:cNvGrpSpPr/>
          <p:nvPr userDrawn="1"/>
        </p:nvGrpSpPr>
        <p:grpSpPr>
          <a:xfrm>
            <a:off x="7756569" y="1917337"/>
            <a:ext cx="604920" cy="604920"/>
            <a:chOff x="5945188" y="349461"/>
            <a:chExt cx="618172" cy="618172"/>
          </a:xfrm>
        </p:grpSpPr>
        <p:sp>
          <p:nvSpPr>
            <p:cNvPr id="12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9" name="Groupe 128"/>
          <p:cNvGrpSpPr/>
          <p:nvPr userDrawn="1"/>
        </p:nvGrpSpPr>
        <p:grpSpPr>
          <a:xfrm>
            <a:off x="7756569" y="3468638"/>
            <a:ext cx="604920" cy="604920"/>
            <a:chOff x="5945188" y="349461"/>
            <a:chExt cx="618172" cy="618172"/>
          </a:xfrm>
        </p:grpSpPr>
        <p:sp>
          <p:nvSpPr>
            <p:cNvPr id="13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32" name="Groupe 131"/>
          <p:cNvGrpSpPr/>
          <p:nvPr userDrawn="1"/>
        </p:nvGrpSpPr>
        <p:grpSpPr>
          <a:xfrm>
            <a:off x="2968392" y="3454532"/>
            <a:ext cx="604920" cy="604920"/>
            <a:chOff x="5945188" y="349461"/>
            <a:chExt cx="618172" cy="618172"/>
          </a:xfrm>
        </p:grpSpPr>
        <p:sp>
          <p:nvSpPr>
            <p:cNvPr id="13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95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6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295" y="2382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7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295" y="1835619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8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9649" y="2382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39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9649" y="1835619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40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9649" y="335311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41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295" y="335311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2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295" y="4934996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9649" y="49252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66771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5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6771" y="17543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6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4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4125" y="17543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4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84125" y="3336008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4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366771" y="3336008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4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743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4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63384" y="277177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5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82451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5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13453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Groupe 69"/>
          <p:cNvGrpSpPr/>
          <p:nvPr userDrawn="1"/>
        </p:nvGrpSpPr>
        <p:grpSpPr>
          <a:xfrm>
            <a:off x="2828907" y="288335"/>
            <a:ext cx="604920" cy="604920"/>
            <a:chOff x="5945188" y="349461"/>
            <a:chExt cx="618172" cy="618172"/>
          </a:xfrm>
        </p:grpSpPr>
        <p:sp>
          <p:nvSpPr>
            <p:cNvPr id="7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F2D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3" name="Groupe 72"/>
          <p:cNvGrpSpPr/>
          <p:nvPr userDrawn="1"/>
        </p:nvGrpSpPr>
        <p:grpSpPr>
          <a:xfrm>
            <a:off x="2828907" y="2916597"/>
            <a:ext cx="604920" cy="604920"/>
            <a:chOff x="5945188" y="349461"/>
            <a:chExt cx="618172" cy="618172"/>
          </a:xfrm>
        </p:grpSpPr>
        <p:sp>
          <p:nvSpPr>
            <p:cNvPr id="7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6" name="Groupe 75"/>
          <p:cNvGrpSpPr/>
          <p:nvPr userDrawn="1"/>
        </p:nvGrpSpPr>
        <p:grpSpPr>
          <a:xfrm rot="21395192">
            <a:off x="2828907" y="5588300"/>
            <a:ext cx="604920" cy="604920"/>
            <a:chOff x="5945188" y="349461"/>
            <a:chExt cx="618172" cy="618172"/>
          </a:xfrm>
        </p:grpSpPr>
        <p:sp>
          <p:nvSpPr>
            <p:cNvPr id="7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93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9" name="Groupe 78"/>
          <p:cNvGrpSpPr/>
          <p:nvPr userDrawn="1"/>
        </p:nvGrpSpPr>
        <p:grpSpPr>
          <a:xfrm>
            <a:off x="7793799" y="1643113"/>
            <a:ext cx="604920" cy="604920"/>
            <a:chOff x="5945188" y="349461"/>
            <a:chExt cx="618172" cy="618172"/>
          </a:xfrm>
        </p:grpSpPr>
        <p:sp>
          <p:nvSpPr>
            <p:cNvPr id="8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2" name="Groupe 81"/>
          <p:cNvGrpSpPr/>
          <p:nvPr userDrawn="1"/>
        </p:nvGrpSpPr>
        <p:grpSpPr>
          <a:xfrm>
            <a:off x="7793799" y="2926174"/>
            <a:ext cx="604920" cy="604920"/>
            <a:chOff x="5945188" y="349461"/>
            <a:chExt cx="618172" cy="618172"/>
          </a:xfrm>
        </p:grpSpPr>
        <p:sp>
          <p:nvSpPr>
            <p:cNvPr id="8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5" name="Groupe 84"/>
          <p:cNvGrpSpPr/>
          <p:nvPr userDrawn="1"/>
        </p:nvGrpSpPr>
        <p:grpSpPr>
          <a:xfrm>
            <a:off x="7793799" y="4246817"/>
            <a:ext cx="604920" cy="604920"/>
            <a:chOff x="5945188" y="349461"/>
            <a:chExt cx="618172" cy="618172"/>
          </a:xfrm>
        </p:grpSpPr>
        <p:sp>
          <p:nvSpPr>
            <p:cNvPr id="8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8" name="Groupe 87"/>
          <p:cNvGrpSpPr/>
          <p:nvPr userDrawn="1"/>
        </p:nvGrpSpPr>
        <p:grpSpPr>
          <a:xfrm>
            <a:off x="2828907" y="4246817"/>
            <a:ext cx="604920" cy="604920"/>
            <a:chOff x="5945188" y="349461"/>
            <a:chExt cx="618172" cy="618172"/>
          </a:xfrm>
        </p:grpSpPr>
        <p:sp>
          <p:nvSpPr>
            <p:cNvPr id="8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A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1" name="Groupe 90"/>
          <p:cNvGrpSpPr/>
          <p:nvPr userDrawn="1"/>
        </p:nvGrpSpPr>
        <p:grpSpPr>
          <a:xfrm>
            <a:off x="2828907" y="1643153"/>
            <a:ext cx="604920" cy="604920"/>
            <a:chOff x="5945188" y="349461"/>
            <a:chExt cx="618172" cy="618172"/>
          </a:xfrm>
        </p:grpSpPr>
        <p:sp>
          <p:nvSpPr>
            <p:cNvPr id="9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4" name="Groupe 93"/>
          <p:cNvGrpSpPr/>
          <p:nvPr userDrawn="1"/>
        </p:nvGrpSpPr>
        <p:grpSpPr>
          <a:xfrm>
            <a:off x="7793799" y="5570827"/>
            <a:ext cx="604920" cy="604920"/>
            <a:chOff x="5945188" y="349461"/>
            <a:chExt cx="618172" cy="618172"/>
          </a:xfrm>
        </p:grpSpPr>
        <p:sp>
          <p:nvSpPr>
            <p:cNvPr id="9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AE16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8" name="Groupe 97"/>
          <p:cNvGrpSpPr/>
          <p:nvPr userDrawn="1"/>
        </p:nvGrpSpPr>
        <p:grpSpPr>
          <a:xfrm>
            <a:off x="7793799" y="307741"/>
            <a:ext cx="604920" cy="604920"/>
            <a:chOff x="5945188" y="349461"/>
            <a:chExt cx="618172" cy="618172"/>
          </a:xfrm>
        </p:grpSpPr>
        <p:sp>
          <p:nvSpPr>
            <p:cNvPr id="9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5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5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406409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06409" y="151371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5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4125" y="151371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5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4125" y="280662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08</a:t>
            </a:r>
          </a:p>
        </p:txBody>
      </p:sp>
      <p:sp>
        <p:nvSpPr>
          <p:cNvPr id="15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406409" y="280662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398479" y="415129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6195" y="415129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09</a:t>
            </a:r>
          </a:p>
        </p:txBody>
      </p:sp>
      <p:sp>
        <p:nvSpPr>
          <p:cNvPr id="15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6195" y="544420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10</a:t>
            </a:r>
          </a:p>
        </p:txBody>
      </p:sp>
      <p:sp>
        <p:nvSpPr>
          <p:cNvPr id="15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398479" y="544420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537489" y="2124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537489" y="156922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15205" y="2124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6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15205" y="156922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6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15205" y="28621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6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37489" y="286213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529559" y="420680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07275" y="420680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6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07275" y="54997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6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529559" y="54997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5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78986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45BF414-89B5-4AEF-9A3A-72CECE06E3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25142" y="2194282"/>
            <a:ext cx="3268713" cy="37973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ct val="0"/>
              </a:spcBef>
            </a:pPr>
            <a:endParaRPr lang="en-US" sz="3200" b="1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25141" y="1045916"/>
            <a:ext cx="1173199" cy="817130"/>
          </a:xfrm>
        </p:spPr>
        <p:txBody>
          <a:bodyPr/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43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1300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E28C8-BEAC-834B-A36A-A0CF6FDFEC42}"/>
              </a:ext>
            </a:extLst>
          </p:cNvPr>
          <p:cNvSpPr/>
          <p:nvPr userDrawn="1"/>
        </p:nvSpPr>
        <p:spPr>
          <a:xfrm>
            <a:off x="6001789" y="657225"/>
            <a:ext cx="5350424" cy="5543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739" y="2709863"/>
            <a:ext cx="4059583" cy="1127126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F87E180-9BB3-4E75-A6E4-3C2F3485BA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0000" y="2160364"/>
            <a:ext cx="4063577" cy="4063577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4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643268" y="437972"/>
            <a:ext cx="10929607" cy="65087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3750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473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8318270" y="6186409"/>
            <a:ext cx="279404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272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3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8318270" y="6186409"/>
            <a:ext cx="279404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213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13" name="Groupe 12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3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3728854" y="6071746"/>
            <a:ext cx="738346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821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16" name="Image 15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1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3728854" y="6071746"/>
            <a:ext cx="738346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057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6" name="Groupe 5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866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6" name="Groupe 5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72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866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296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13" name="Groupe 12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12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2332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943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13" name="Groupe 12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7" y="1098550"/>
            <a:ext cx="10239553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2332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105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1782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763907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050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grpSp>
        <p:nvGrpSpPr>
          <p:cNvPr id="6" name="Groupe 5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69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grpSp>
        <p:nvGrpSpPr>
          <p:cNvPr id="6" name="Groupe 5"/>
          <p:cNvGrpSpPr/>
          <p:nvPr userDrawn="1"/>
        </p:nvGrpSpPr>
        <p:grpSpPr>
          <a:xfrm>
            <a:off x="11305559" y="6106160"/>
            <a:ext cx="672919" cy="719298"/>
            <a:chOff x="11305559" y="6106160"/>
            <a:chExt cx="672919" cy="719298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11403156" y="6286978"/>
              <a:ext cx="560963" cy="410438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67240"/>
            <a:stretch/>
          </p:blipFill>
          <p:spPr>
            <a:xfrm>
              <a:off x="11305559" y="6106160"/>
              <a:ext cx="672919" cy="719298"/>
            </a:xfrm>
            <a:prstGeom prst="rect">
              <a:avLst/>
            </a:prstGeom>
          </p:spPr>
        </p:pic>
      </p:grp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67861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4845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594451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593816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961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894842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89935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0571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03009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39570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989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396344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3957094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916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7540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687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420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851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7" y="1701821"/>
            <a:ext cx="501992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146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2162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0135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91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1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6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46234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606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4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9406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2690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149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18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30" name="Image 29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3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5282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30" name="Image 29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3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3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65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E"/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9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138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440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485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038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58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50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759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048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287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790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6531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06531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040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3481080" y="1098550"/>
            <a:ext cx="809157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3202" y="1701893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26548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32289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85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506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005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Imag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13541-6693-4E84-B19C-0A1BC33C1344}"/>
              </a:ext>
            </a:extLst>
          </p:cNvPr>
          <p:cNvSpPr/>
          <p:nvPr userDrawn="1"/>
        </p:nvSpPr>
        <p:spPr>
          <a:xfrm>
            <a:off x="9390062" y="-35100"/>
            <a:ext cx="2801937" cy="6893100"/>
          </a:xfrm>
          <a:prstGeom prst="rect">
            <a:avLst/>
          </a:prstGeom>
          <a:gradFill>
            <a:gsLst>
              <a:gs pos="0">
                <a:srgbClr val="EF7D00"/>
              </a:gs>
              <a:gs pos="93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240"/>
          <a:stretch/>
        </p:blipFill>
        <p:spPr>
          <a:xfrm>
            <a:off x="11305559" y="6106160"/>
            <a:ext cx="672919" cy="719298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905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Imag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gradFill>
            <a:gsLst>
              <a:gs pos="0">
                <a:srgbClr val="EF7D00"/>
              </a:gs>
              <a:gs pos="95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Espace réservé du pied de page 7"/>
          <p:cNvSpPr>
            <a:spLocks noGrp="1"/>
          </p:cNvSpPr>
          <p:nvPr>
            <p:ph type="ftr" sz="quarter" idx="3"/>
          </p:nvPr>
        </p:nvSpPr>
        <p:spPr>
          <a:xfrm>
            <a:off x="531466" y="6502208"/>
            <a:ext cx="4544590" cy="162152"/>
          </a:xfrm>
        </p:spPr>
        <p:txBody>
          <a:bodyPr/>
          <a:lstStyle/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22130" y="6502208"/>
            <a:ext cx="296226" cy="162152"/>
          </a:xfrm>
        </p:spPr>
        <p:txBody>
          <a:bodyPr/>
          <a:lstStyle/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5805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1519599" y="1284316"/>
            <a:ext cx="9152803" cy="4289369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6881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CA2572-4BDE-4D44-B92E-B693EC1BC929}"/>
              </a:ext>
            </a:extLst>
          </p:cNvPr>
          <p:cNvSpPr/>
          <p:nvPr userDrawn="1"/>
        </p:nvSpPr>
        <p:spPr>
          <a:xfrm>
            <a:off x="0" y="1808163"/>
            <a:ext cx="6816725" cy="5049837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B008BB-81C3-E849-9F20-8F3A061DEF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9514" y="0"/>
            <a:ext cx="8052486" cy="6858000"/>
          </a:xfrm>
          <a:custGeom>
            <a:avLst/>
            <a:gdLst>
              <a:gd name="connsiteX0" fmla="*/ 0 w 8052486"/>
              <a:gd name="connsiteY0" fmla="*/ 0 h 6858000"/>
              <a:gd name="connsiteX1" fmla="*/ 8052486 w 8052486"/>
              <a:gd name="connsiteY1" fmla="*/ 0 h 6858000"/>
              <a:gd name="connsiteX2" fmla="*/ 8052486 w 8052486"/>
              <a:gd name="connsiteY2" fmla="*/ 6858000 h 6858000"/>
              <a:gd name="connsiteX3" fmla="*/ 2677211 w 8052486"/>
              <a:gd name="connsiteY3" fmla="*/ 6858000 h 6858000"/>
              <a:gd name="connsiteX4" fmla="*/ 2677211 w 8052486"/>
              <a:gd name="connsiteY4" fmla="*/ 1808163 h 6858000"/>
              <a:gd name="connsiteX5" fmla="*/ 0 w 8052486"/>
              <a:gd name="connsiteY5" fmla="*/ 18081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52486" h="6858000">
                <a:moveTo>
                  <a:pt x="0" y="0"/>
                </a:moveTo>
                <a:lnTo>
                  <a:pt x="8052486" y="0"/>
                </a:lnTo>
                <a:lnTo>
                  <a:pt x="8052486" y="6858000"/>
                </a:lnTo>
                <a:lnTo>
                  <a:pt x="2677211" y="6858000"/>
                </a:lnTo>
                <a:lnTo>
                  <a:pt x="2677211" y="1808163"/>
                </a:lnTo>
                <a:lnTo>
                  <a:pt x="0" y="18081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3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330106" cy="1105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36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1847272"/>
            <a:ext cx="12192000" cy="415637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0616" y="2407805"/>
            <a:ext cx="5329237" cy="3241674"/>
          </a:xfrm>
          <a:prstGeom prst="rect">
            <a:avLst/>
          </a:prstGeo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3200" b="1" cap="none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01699" y="520700"/>
            <a:ext cx="5166591" cy="5626100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95647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47342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52537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8986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18033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457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53AB398-C6B0-9A45-B9C8-B098CA44C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339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7407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297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6854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30100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128" y="4395277"/>
            <a:ext cx="2366159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7527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0773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4334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4019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15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08467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975" y="3056917"/>
            <a:ext cx="2189165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40024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22714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22536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5226" y="3056917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69700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52390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08467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1157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40024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2714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722536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05226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69700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2390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784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9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94915" y="134281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0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96305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1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27307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3" name="Image 1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690" y="5699000"/>
            <a:ext cx="461644" cy="441863"/>
          </a:xfrm>
          <a:prstGeom prst="rect">
            <a:avLst/>
          </a:prstGeom>
        </p:spPr>
      </p:pic>
      <p:grpSp>
        <p:nvGrpSpPr>
          <p:cNvPr id="114" name="Groupe 113"/>
          <p:cNvGrpSpPr/>
          <p:nvPr userDrawn="1"/>
        </p:nvGrpSpPr>
        <p:grpSpPr>
          <a:xfrm>
            <a:off x="2968392" y="305213"/>
            <a:ext cx="604920" cy="604920"/>
            <a:chOff x="5945188" y="349461"/>
            <a:chExt cx="618172" cy="618172"/>
          </a:xfrm>
        </p:grpSpPr>
        <p:sp>
          <p:nvSpPr>
            <p:cNvPr id="11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17" name="Groupe 116"/>
          <p:cNvGrpSpPr/>
          <p:nvPr userDrawn="1"/>
        </p:nvGrpSpPr>
        <p:grpSpPr>
          <a:xfrm>
            <a:off x="2968392" y="1910883"/>
            <a:ext cx="604920" cy="604920"/>
            <a:chOff x="5945188" y="349461"/>
            <a:chExt cx="618172" cy="618172"/>
          </a:xfrm>
        </p:grpSpPr>
        <p:sp>
          <p:nvSpPr>
            <p:cNvPr id="11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0" name="Groupe 119"/>
          <p:cNvGrpSpPr/>
          <p:nvPr userDrawn="1"/>
        </p:nvGrpSpPr>
        <p:grpSpPr>
          <a:xfrm rot="21395192">
            <a:off x="2968392" y="5032603"/>
            <a:ext cx="604920" cy="604920"/>
            <a:chOff x="5945188" y="349461"/>
            <a:chExt cx="618172" cy="618172"/>
          </a:xfrm>
        </p:grpSpPr>
        <p:sp>
          <p:nvSpPr>
            <p:cNvPr id="12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7F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3" name="Groupe 122"/>
          <p:cNvGrpSpPr/>
          <p:nvPr userDrawn="1"/>
        </p:nvGrpSpPr>
        <p:grpSpPr>
          <a:xfrm>
            <a:off x="7756569" y="288335"/>
            <a:ext cx="604920" cy="604920"/>
            <a:chOff x="5945188" y="349461"/>
            <a:chExt cx="618172" cy="618172"/>
          </a:xfrm>
        </p:grpSpPr>
        <p:sp>
          <p:nvSpPr>
            <p:cNvPr id="12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6" name="Groupe 125"/>
          <p:cNvGrpSpPr/>
          <p:nvPr userDrawn="1"/>
        </p:nvGrpSpPr>
        <p:grpSpPr>
          <a:xfrm>
            <a:off x="7756569" y="1917337"/>
            <a:ext cx="604920" cy="604920"/>
            <a:chOff x="5945188" y="349461"/>
            <a:chExt cx="618172" cy="618172"/>
          </a:xfrm>
        </p:grpSpPr>
        <p:sp>
          <p:nvSpPr>
            <p:cNvPr id="12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9" name="Groupe 128"/>
          <p:cNvGrpSpPr/>
          <p:nvPr userDrawn="1"/>
        </p:nvGrpSpPr>
        <p:grpSpPr>
          <a:xfrm>
            <a:off x="7756569" y="3468638"/>
            <a:ext cx="604920" cy="604920"/>
            <a:chOff x="5945188" y="349461"/>
            <a:chExt cx="618172" cy="618172"/>
          </a:xfrm>
        </p:grpSpPr>
        <p:sp>
          <p:nvSpPr>
            <p:cNvPr id="13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32" name="Groupe 131"/>
          <p:cNvGrpSpPr/>
          <p:nvPr userDrawn="1"/>
        </p:nvGrpSpPr>
        <p:grpSpPr>
          <a:xfrm>
            <a:off x="2968392" y="3454532"/>
            <a:ext cx="604920" cy="604920"/>
            <a:chOff x="5945188" y="349461"/>
            <a:chExt cx="618172" cy="618172"/>
          </a:xfrm>
        </p:grpSpPr>
        <p:sp>
          <p:nvSpPr>
            <p:cNvPr id="13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95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6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295" y="2382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7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295" y="1835619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8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9649" y="2382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39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9649" y="1835619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40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9649" y="335311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41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295" y="335311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2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295" y="4934996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9649" y="49252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66771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5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6771" y="17543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6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4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4125" y="17543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4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84125" y="3336008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4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366771" y="3336008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4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4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771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4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63384" y="277177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5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82451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5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13453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Groupe 69"/>
          <p:cNvGrpSpPr/>
          <p:nvPr userDrawn="1"/>
        </p:nvGrpSpPr>
        <p:grpSpPr>
          <a:xfrm>
            <a:off x="2828907" y="288335"/>
            <a:ext cx="604920" cy="604920"/>
            <a:chOff x="5945188" y="349461"/>
            <a:chExt cx="618172" cy="618172"/>
          </a:xfrm>
        </p:grpSpPr>
        <p:sp>
          <p:nvSpPr>
            <p:cNvPr id="7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F2D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3" name="Groupe 72"/>
          <p:cNvGrpSpPr/>
          <p:nvPr userDrawn="1"/>
        </p:nvGrpSpPr>
        <p:grpSpPr>
          <a:xfrm>
            <a:off x="2828907" y="2916597"/>
            <a:ext cx="604920" cy="604920"/>
            <a:chOff x="5945188" y="349461"/>
            <a:chExt cx="618172" cy="618172"/>
          </a:xfrm>
        </p:grpSpPr>
        <p:sp>
          <p:nvSpPr>
            <p:cNvPr id="7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6" name="Groupe 75"/>
          <p:cNvGrpSpPr/>
          <p:nvPr userDrawn="1"/>
        </p:nvGrpSpPr>
        <p:grpSpPr>
          <a:xfrm rot="21395192">
            <a:off x="2828907" y="5588300"/>
            <a:ext cx="604920" cy="604920"/>
            <a:chOff x="5945188" y="349461"/>
            <a:chExt cx="618172" cy="618172"/>
          </a:xfrm>
        </p:grpSpPr>
        <p:sp>
          <p:nvSpPr>
            <p:cNvPr id="7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93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9" name="Groupe 78"/>
          <p:cNvGrpSpPr/>
          <p:nvPr userDrawn="1"/>
        </p:nvGrpSpPr>
        <p:grpSpPr>
          <a:xfrm>
            <a:off x="7793799" y="1643113"/>
            <a:ext cx="604920" cy="604920"/>
            <a:chOff x="5945188" y="349461"/>
            <a:chExt cx="618172" cy="618172"/>
          </a:xfrm>
        </p:grpSpPr>
        <p:sp>
          <p:nvSpPr>
            <p:cNvPr id="8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2" name="Groupe 81"/>
          <p:cNvGrpSpPr/>
          <p:nvPr userDrawn="1"/>
        </p:nvGrpSpPr>
        <p:grpSpPr>
          <a:xfrm>
            <a:off x="7793799" y="2926174"/>
            <a:ext cx="604920" cy="604920"/>
            <a:chOff x="5945188" y="349461"/>
            <a:chExt cx="618172" cy="618172"/>
          </a:xfrm>
        </p:grpSpPr>
        <p:sp>
          <p:nvSpPr>
            <p:cNvPr id="8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5" name="Groupe 84"/>
          <p:cNvGrpSpPr/>
          <p:nvPr userDrawn="1"/>
        </p:nvGrpSpPr>
        <p:grpSpPr>
          <a:xfrm>
            <a:off x="7793799" y="4246817"/>
            <a:ext cx="604920" cy="604920"/>
            <a:chOff x="5945188" y="349461"/>
            <a:chExt cx="618172" cy="618172"/>
          </a:xfrm>
        </p:grpSpPr>
        <p:sp>
          <p:nvSpPr>
            <p:cNvPr id="8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8" name="Groupe 87"/>
          <p:cNvGrpSpPr/>
          <p:nvPr userDrawn="1"/>
        </p:nvGrpSpPr>
        <p:grpSpPr>
          <a:xfrm>
            <a:off x="2828907" y="4246817"/>
            <a:ext cx="604920" cy="604920"/>
            <a:chOff x="5945188" y="349461"/>
            <a:chExt cx="618172" cy="618172"/>
          </a:xfrm>
        </p:grpSpPr>
        <p:sp>
          <p:nvSpPr>
            <p:cNvPr id="8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A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1" name="Groupe 90"/>
          <p:cNvGrpSpPr/>
          <p:nvPr userDrawn="1"/>
        </p:nvGrpSpPr>
        <p:grpSpPr>
          <a:xfrm>
            <a:off x="2828907" y="1643153"/>
            <a:ext cx="604920" cy="604920"/>
            <a:chOff x="5945188" y="349461"/>
            <a:chExt cx="618172" cy="618172"/>
          </a:xfrm>
        </p:grpSpPr>
        <p:sp>
          <p:nvSpPr>
            <p:cNvPr id="9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4" name="Groupe 93"/>
          <p:cNvGrpSpPr/>
          <p:nvPr userDrawn="1"/>
        </p:nvGrpSpPr>
        <p:grpSpPr>
          <a:xfrm>
            <a:off x="7793799" y="5570827"/>
            <a:ext cx="604920" cy="604920"/>
            <a:chOff x="5945188" y="349461"/>
            <a:chExt cx="618172" cy="618172"/>
          </a:xfrm>
        </p:grpSpPr>
        <p:sp>
          <p:nvSpPr>
            <p:cNvPr id="9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AE16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8" name="Groupe 97"/>
          <p:cNvGrpSpPr/>
          <p:nvPr userDrawn="1"/>
        </p:nvGrpSpPr>
        <p:grpSpPr>
          <a:xfrm>
            <a:off x="7793799" y="307741"/>
            <a:ext cx="604920" cy="604920"/>
            <a:chOff x="5945188" y="349461"/>
            <a:chExt cx="618172" cy="618172"/>
          </a:xfrm>
        </p:grpSpPr>
        <p:sp>
          <p:nvSpPr>
            <p:cNvPr id="9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5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5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406409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06409" y="151371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5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4125" y="151371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5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4125" y="280662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08</a:t>
            </a:r>
          </a:p>
        </p:txBody>
      </p:sp>
      <p:sp>
        <p:nvSpPr>
          <p:cNvPr id="15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406409" y="280662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398479" y="415129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6195" y="415129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09</a:t>
            </a:r>
          </a:p>
        </p:txBody>
      </p:sp>
      <p:sp>
        <p:nvSpPr>
          <p:cNvPr id="15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6195" y="544420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10</a:t>
            </a:r>
          </a:p>
        </p:txBody>
      </p:sp>
      <p:sp>
        <p:nvSpPr>
          <p:cNvPr id="15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398479" y="544420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537489" y="2124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537489" y="156922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15205" y="2124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6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15205" y="156922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6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15205" y="28621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6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37489" y="286213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529559" y="420680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07275" y="420680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6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07275" y="54997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6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529559" y="54997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5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6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306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45BF414-89B5-4AEF-9A3A-72CECE06E3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25142" y="2194282"/>
            <a:ext cx="3268713" cy="37973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ct val="0"/>
              </a:spcBef>
            </a:pPr>
            <a:endParaRPr lang="en-US" sz="3200" b="1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25141" y="1045916"/>
            <a:ext cx="1173199" cy="817130"/>
          </a:xfrm>
        </p:spPr>
        <p:txBody>
          <a:bodyPr/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056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1300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E28C8-BEAC-834B-A36A-A0CF6FDFEC42}"/>
              </a:ext>
            </a:extLst>
          </p:cNvPr>
          <p:cNvSpPr/>
          <p:nvPr userDrawn="1"/>
        </p:nvSpPr>
        <p:spPr>
          <a:xfrm>
            <a:off x="6001789" y="657225"/>
            <a:ext cx="5350424" cy="5543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739" y="2709863"/>
            <a:ext cx="4059583" cy="1127126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F87E180-9BB3-4E75-A6E4-3C2F3485BA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0000" y="2160364"/>
            <a:ext cx="4063577" cy="4063577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521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643268" y="437972"/>
            <a:ext cx="10929607" cy="65087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0045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956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8318270" y="6186409"/>
            <a:ext cx="206882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236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8318270" y="6186409"/>
            <a:ext cx="206882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5447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3728854" y="6071746"/>
            <a:ext cx="665824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644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3728854" y="6071746"/>
            <a:ext cx="665824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pic>
        <p:nvPicPr>
          <p:cNvPr id="21" name="Image 2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407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628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5854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1064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Image 12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503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2332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8" name="Image 17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05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7" y="1098550"/>
            <a:ext cx="10239553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711503"/>
            <a:ext cx="1023320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0" name="Image 1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67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25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763907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>
              <a:defRPr/>
            </a:pPr>
            <a:r>
              <a:rPr lang="fr-FR"/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0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2537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67861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0641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594451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593816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15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894842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89935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0571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06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39570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04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396344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3957094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204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85839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7237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52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577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7" y="1701821"/>
            <a:ext cx="501992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1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2162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0135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3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80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46234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61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252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5254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5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88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3" name="Image 32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2886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3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4" name="Image 33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854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9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24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440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485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27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58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8" name="Image 7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46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759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048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12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790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6531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06531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828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3481080" y="1098550"/>
            <a:ext cx="809157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3202" y="1701893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26548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32289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8821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41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13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Imag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13541-6693-4E84-B19C-0A1BC33C1344}"/>
              </a:ext>
            </a:extLst>
          </p:cNvPr>
          <p:cNvSpPr/>
          <p:nvPr userDrawn="1"/>
        </p:nvSpPr>
        <p:spPr>
          <a:xfrm>
            <a:off x="9390062" y="-35100"/>
            <a:ext cx="2801937" cy="6893100"/>
          </a:xfrm>
          <a:prstGeom prst="rect">
            <a:avLst/>
          </a:prstGeom>
          <a:gradFill>
            <a:gsLst>
              <a:gs pos="0">
                <a:srgbClr val="EF7D00"/>
              </a:gs>
              <a:gs pos="93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39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Imag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gradFill>
            <a:gsLst>
              <a:gs pos="0">
                <a:srgbClr val="EF7D00"/>
              </a:gs>
              <a:gs pos="95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612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1519599" y="1284316"/>
            <a:ext cx="9152803" cy="4289369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CA2572-4BDE-4D44-B92E-B693EC1BC929}"/>
              </a:ext>
            </a:extLst>
          </p:cNvPr>
          <p:cNvSpPr/>
          <p:nvPr userDrawn="1"/>
        </p:nvSpPr>
        <p:spPr>
          <a:xfrm>
            <a:off x="0" y="1808163"/>
            <a:ext cx="6816725" cy="5049837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B008BB-81C3-E849-9F20-8F3A061DEF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9514" y="0"/>
            <a:ext cx="8052486" cy="6858000"/>
          </a:xfrm>
          <a:custGeom>
            <a:avLst/>
            <a:gdLst>
              <a:gd name="connsiteX0" fmla="*/ 0 w 8052486"/>
              <a:gd name="connsiteY0" fmla="*/ 0 h 6858000"/>
              <a:gd name="connsiteX1" fmla="*/ 8052486 w 8052486"/>
              <a:gd name="connsiteY1" fmla="*/ 0 h 6858000"/>
              <a:gd name="connsiteX2" fmla="*/ 8052486 w 8052486"/>
              <a:gd name="connsiteY2" fmla="*/ 6858000 h 6858000"/>
              <a:gd name="connsiteX3" fmla="*/ 2677211 w 8052486"/>
              <a:gd name="connsiteY3" fmla="*/ 6858000 h 6858000"/>
              <a:gd name="connsiteX4" fmla="*/ 2677211 w 8052486"/>
              <a:gd name="connsiteY4" fmla="*/ 1808163 h 6858000"/>
              <a:gd name="connsiteX5" fmla="*/ 0 w 8052486"/>
              <a:gd name="connsiteY5" fmla="*/ 18081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52486" h="6858000">
                <a:moveTo>
                  <a:pt x="0" y="0"/>
                </a:moveTo>
                <a:lnTo>
                  <a:pt x="8052486" y="0"/>
                </a:lnTo>
                <a:lnTo>
                  <a:pt x="8052486" y="6858000"/>
                </a:lnTo>
                <a:lnTo>
                  <a:pt x="2677211" y="6858000"/>
                </a:lnTo>
                <a:lnTo>
                  <a:pt x="2677211" y="1808163"/>
                </a:lnTo>
                <a:lnTo>
                  <a:pt x="0" y="18081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330106" cy="1105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098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f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7488" y="1808164"/>
            <a:ext cx="5329237" cy="3241674"/>
          </a:xfr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6000" b="1" cap="none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558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1847272"/>
            <a:ext cx="12192000" cy="415637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0616" y="2407805"/>
            <a:ext cx="5329237" cy="3241674"/>
          </a:xfrm>
          <a:prstGeom prst="rect">
            <a:avLst/>
          </a:prstGeo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01699" y="520700"/>
            <a:ext cx="5166591" cy="5626100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765184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47342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52537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8986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18033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457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53AB398-C6B0-9A45-B9C8-B098CA44C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339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541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297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6854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30100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128" y="4395277"/>
            <a:ext cx="2366159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7527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0773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4334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4019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182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08467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975" y="3056917"/>
            <a:ext cx="2189165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40024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22714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22536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5226" y="3056917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69700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52390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08467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1157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40024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2714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722536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05226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69700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2390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806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5943820" y="657225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5537" y="350904"/>
            <a:ext cx="4311873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5537" y="1611431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0737" y="350904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90737" y="1611431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0737" y="2856212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55537" y="2856212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cxnSp>
        <p:nvCxnSpPr>
          <p:cNvPr id="4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6253843" y="657225"/>
            <a:ext cx="110" cy="612965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55537" y="4193273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90737" y="4193273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0737" y="5526638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44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5537" y="5526638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grpSp>
        <p:nvGrpSpPr>
          <p:cNvPr id="45" name="Groupe 44"/>
          <p:cNvGrpSpPr/>
          <p:nvPr userDrawn="1"/>
        </p:nvGrpSpPr>
        <p:grpSpPr>
          <a:xfrm>
            <a:off x="5970926" y="360629"/>
            <a:ext cx="604920" cy="604920"/>
            <a:chOff x="5945188" y="349461"/>
            <a:chExt cx="618172" cy="618172"/>
          </a:xfrm>
        </p:grpSpPr>
        <p:sp>
          <p:nvSpPr>
            <p:cNvPr id="4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BCD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48" name="Groupe 47"/>
          <p:cNvGrpSpPr/>
          <p:nvPr userDrawn="1"/>
        </p:nvGrpSpPr>
        <p:grpSpPr>
          <a:xfrm>
            <a:off x="5970926" y="1654187"/>
            <a:ext cx="604920" cy="604920"/>
            <a:chOff x="5945188" y="349461"/>
            <a:chExt cx="618172" cy="618172"/>
          </a:xfrm>
        </p:grpSpPr>
        <p:sp>
          <p:nvSpPr>
            <p:cNvPr id="4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AA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1" name="Groupe 50"/>
          <p:cNvGrpSpPr/>
          <p:nvPr userDrawn="1"/>
        </p:nvGrpSpPr>
        <p:grpSpPr>
          <a:xfrm rot="21395192">
            <a:off x="5970927" y="2954647"/>
            <a:ext cx="604920" cy="604920"/>
            <a:chOff x="5945188" y="349461"/>
            <a:chExt cx="618172" cy="618172"/>
          </a:xfrm>
        </p:grpSpPr>
        <p:sp>
          <p:nvSpPr>
            <p:cNvPr id="5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7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4" name="Groupe 53"/>
          <p:cNvGrpSpPr/>
          <p:nvPr userDrawn="1"/>
        </p:nvGrpSpPr>
        <p:grpSpPr>
          <a:xfrm>
            <a:off x="5970927" y="4270389"/>
            <a:ext cx="604920" cy="604920"/>
            <a:chOff x="5945188" y="349461"/>
            <a:chExt cx="618172" cy="618172"/>
          </a:xfrm>
        </p:grpSpPr>
        <p:sp>
          <p:nvSpPr>
            <p:cNvPr id="5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7" name="Groupe 56"/>
          <p:cNvGrpSpPr/>
          <p:nvPr userDrawn="1"/>
        </p:nvGrpSpPr>
        <p:grpSpPr>
          <a:xfrm>
            <a:off x="5970927" y="5607236"/>
            <a:ext cx="604920" cy="604920"/>
            <a:chOff x="5945188" y="349461"/>
            <a:chExt cx="618172" cy="618172"/>
          </a:xfrm>
        </p:grpSpPr>
        <p:sp>
          <p:nvSpPr>
            <p:cNvPr id="5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1756672" y="2748264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3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8668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9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94915" y="134281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0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96305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1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27307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3" name="Image 1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690" y="5699000"/>
            <a:ext cx="461644" cy="441863"/>
          </a:xfrm>
          <a:prstGeom prst="rect">
            <a:avLst/>
          </a:prstGeom>
        </p:spPr>
      </p:pic>
      <p:grpSp>
        <p:nvGrpSpPr>
          <p:cNvPr id="114" name="Groupe 113"/>
          <p:cNvGrpSpPr/>
          <p:nvPr userDrawn="1"/>
        </p:nvGrpSpPr>
        <p:grpSpPr>
          <a:xfrm>
            <a:off x="2968392" y="305213"/>
            <a:ext cx="604920" cy="604920"/>
            <a:chOff x="5945188" y="349461"/>
            <a:chExt cx="618172" cy="618172"/>
          </a:xfrm>
        </p:grpSpPr>
        <p:sp>
          <p:nvSpPr>
            <p:cNvPr id="11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17" name="Groupe 116"/>
          <p:cNvGrpSpPr/>
          <p:nvPr userDrawn="1"/>
        </p:nvGrpSpPr>
        <p:grpSpPr>
          <a:xfrm>
            <a:off x="2968392" y="1910883"/>
            <a:ext cx="604920" cy="604920"/>
            <a:chOff x="5945188" y="349461"/>
            <a:chExt cx="618172" cy="618172"/>
          </a:xfrm>
        </p:grpSpPr>
        <p:sp>
          <p:nvSpPr>
            <p:cNvPr id="11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0" name="Groupe 119"/>
          <p:cNvGrpSpPr/>
          <p:nvPr userDrawn="1"/>
        </p:nvGrpSpPr>
        <p:grpSpPr>
          <a:xfrm rot="21395192">
            <a:off x="2968392" y="5032603"/>
            <a:ext cx="604920" cy="604920"/>
            <a:chOff x="5945188" y="349461"/>
            <a:chExt cx="618172" cy="618172"/>
          </a:xfrm>
        </p:grpSpPr>
        <p:sp>
          <p:nvSpPr>
            <p:cNvPr id="12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7F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3" name="Groupe 122"/>
          <p:cNvGrpSpPr/>
          <p:nvPr userDrawn="1"/>
        </p:nvGrpSpPr>
        <p:grpSpPr>
          <a:xfrm>
            <a:off x="7756569" y="288335"/>
            <a:ext cx="604920" cy="604920"/>
            <a:chOff x="5945188" y="349461"/>
            <a:chExt cx="618172" cy="618172"/>
          </a:xfrm>
        </p:grpSpPr>
        <p:sp>
          <p:nvSpPr>
            <p:cNvPr id="12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6" name="Groupe 125"/>
          <p:cNvGrpSpPr/>
          <p:nvPr userDrawn="1"/>
        </p:nvGrpSpPr>
        <p:grpSpPr>
          <a:xfrm>
            <a:off x="7756569" y="1917337"/>
            <a:ext cx="604920" cy="604920"/>
            <a:chOff x="5945188" y="349461"/>
            <a:chExt cx="618172" cy="618172"/>
          </a:xfrm>
        </p:grpSpPr>
        <p:sp>
          <p:nvSpPr>
            <p:cNvPr id="12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9" name="Groupe 128"/>
          <p:cNvGrpSpPr/>
          <p:nvPr userDrawn="1"/>
        </p:nvGrpSpPr>
        <p:grpSpPr>
          <a:xfrm>
            <a:off x="7756569" y="3468638"/>
            <a:ext cx="604920" cy="604920"/>
            <a:chOff x="5945188" y="349461"/>
            <a:chExt cx="618172" cy="618172"/>
          </a:xfrm>
        </p:grpSpPr>
        <p:sp>
          <p:nvSpPr>
            <p:cNvPr id="13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32" name="Groupe 131"/>
          <p:cNvGrpSpPr/>
          <p:nvPr userDrawn="1"/>
        </p:nvGrpSpPr>
        <p:grpSpPr>
          <a:xfrm>
            <a:off x="2968392" y="3454532"/>
            <a:ext cx="604920" cy="604920"/>
            <a:chOff x="5945188" y="349461"/>
            <a:chExt cx="618172" cy="618172"/>
          </a:xfrm>
        </p:grpSpPr>
        <p:sp>
          <p:nvSpPr>
            <p:cNvPr id="13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95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6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295" y="2382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7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295" y="1835619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8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9649" y="2382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39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9649" y="1835619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40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9649" y="335311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41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295" y="335311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2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295" y="4934996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9649" y="49252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66771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5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6771" y="17543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6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4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4125" y="17543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4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84125" y="3336008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4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366771" y="3336008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4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4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515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4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63384" y="277177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5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82451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5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13453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Groupe 69"/>
          <p:cNvGrpSpPr/>
          <p:nvPr userDrawn="1"/>
        </p:nvGrpSpPr>
        <p:grpSpPr>
          <a:xfrm>
            <a:off x="2828907" y="288335"/>
            <a:ext cx="604920" cy="604920"/>
            <a:chOff x="5945188" y="349461"/>
            <a:chExt cx="618172" cy="618172"/>
          </a:xfrm>
        </p:grpSpPr>
        <p:sp>
          <p:nvSpPr>
            <p:cNvPr id="7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F2D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3" name="Groupe 72"/>
          <p:cNvGrpSpPr/>
          <p:nvPr userDrawn="1"/>
        </p:nvGrpSpPr>
        <p:grpSpPr>
          <a:xfrm>
            <a:off x="2828907" y="2916597"/>
            <a:ext cx="604920" cy="604920"/>
            <a:chOff x="5945188" y="349461"/>
            <a:chExt cx="618172" cy="618172"/>
          </a:xfrm>
        </p:grpSpPr>
        <p:sp>
          <p:nvSpPr>
            <p:cNvPr id="7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6" name="Groupe 75"/>
          <p:cNvGrpSpPr/>
          <p:nvPr userDrawn="1"/>
        </p:nvGrpSpPr>
        <p:grpSpPr>
          <a:xfrm rot="21395192">
            <a:off x="2828907" y="5588300"/>
            <a:ext cx="604920" cy="604920"/>
            <a:chOff x="5945188" y="349461"/>
            <a:chExt cx="618172" cy="618172"/>
          </a:xfrm>
        </p:grpSpPr>
        <p:sp>
          <p:nvSpPr>
            <p:cNvPr id="7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93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9" name="Groupe 78"/>
          <p:cNvGrpSpPr/>
          <p:nvPr userDrawn="1"/>
        </p:nvGrpSpPr>
        <p:grpSpPr>
          <a:xfrm>
            <a:off x="7793799" y="1643113"/>
            <a:ext cx="604920" cy="604920"/>
            <a:chOff x="5945188" y="349461"/>
            <a:chExt cx="618172" cy="618172"/>
          </a:xfrm>
        </p:grpSpPr>
        <p:sp>
          <p:nvSpPr>
            <p:cNvPr id="8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2" name="Groupe 81"/>
          <p:cNvGrpSpPr/>
          <p:nvPr userDrawn="1"/>
        </p:nvGrpSpPr>
        <p:grpSpPr>
          <a:xfrm>
            <a:off x="7793799" y="2926174"/>
            <a:ext cx="604920" cy="604920"/>
            <a:chOff x="5945188" y="349461"/>
            <a:chExt cx="618172" cy="618172"/>
          </a:xfrm>
        </p:grpSpPr>
        <p:sp>
          <p:nvSpPr>
            <p:cNvPr id="8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5" name="Groupe 84"/>
          <p:cNvGrpSpPr/>
          <p:nvPr userDrawn="1"/>
        </p:nvGrpSpPr>
        <p:grpSpPr>
          <a:xfrm>
            <a:off x="7793799" y="4246817"/>
            <a:ext cx="604920" cy="604920"/>
            <a:chOff x="5945188" y="349461"/>
            <a:chExt cx="618172" cy="618172"/>
          </a:xfrm>
        </p:grpSpPr>
        <p:sp>
          <p:nvSpPr>
            <p:cNvPr id="8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8" name="Groupe 87"/>
          <p:cNvGrpSpPr/>
          <p:nvPr userDrawn="1"/>
        </p:nvGrpSpPr>
        <p:grpSpPr>
          <a:xfrm>
            <a:off x="2828907" y="4246817"/>
            <a:ext cx="604920" cy="604920"/>
            <a:chOff x="5945188" y="349461"/>
            <a:chExt cx="618172" cy="618172"/>
          </a:xfrm>
        </p:grpSpPr>
        <p:sp>
          <p:nvSpPr>
            <p:cNvPr id="8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A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1" name="Groupe 90"/>
          <p:cNvGrpSpPr/>
          <p:nvPr userDrawn="1"/>
        </p:nvGrpSpPr>
        <p:grpSpPr>
          <a:xfrm>
            <a:off x="2828907" y="1643153"/>
            <a:ext cx="604920" cy="604920"/>
            <a:chOff x="5945188" y="349461"/>
            <a:chExt cx="618172" cy="618172"/>
          </a:xfrm>
        </p:grpSpPr>
        <p:sp>
          <p:nvSpPr>
            <p:cNvPr id="9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4" name="Groupe 93"/>
          <p:cNvGrpSpPr/>
          <p:nvPr userDrawn="1"/>
        </p:nvGrpSpPr>
        <p:grpSpPr>
          <a:xfrm>
            <a:off x="7793799" y="5570827"/>
            <a:ext cx="604920" cy="604920"/>
            <a:chOff x="5945188" y="349461"/>
            <a:chExt cx="618172" cy="618172"/>
          </a:xfrm>
        </p:grpSpPr>
        <p:sp>
          <p:nvSpPr>
            <p:cNvPr id="9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AE16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8" name="Groupe 97"/>
          <p:cNvGrpSpPr/>
          <p:nvPr userDrawn="1"/>
        </p:nvGrpSpPr>
        <p:grpSpPr>
          <a:xfrm>
            <a:off x="7793799" y="307741"/>
            <a:ext cx="604920" cy="604920"/>
            <a:chOff x="5945188" y="349461"/>
            <a:chExt cx="618172" cy="618172"/>
          </a:xfrm>
        </p:grpSpPr>
        <p:sp>
          <p:nvSpPr>
            <p:cNvPr id="9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5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5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406409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06409" y="151371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5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4125" y="151371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5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4125" y="280662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08</a:t>
            </a:r>
          </a:p>
        </p:txBody>
      </p:sp>
      <p:sp>
        <p:nvSpPr>
          <p:cNvPr id="15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406409" y="280662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398479" y="415129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6195" y="415129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09</a:t>
            </a:r>
          </a:p>
        </p:txBody>
      </p:sp>
      <p:sp>
        <p:nvSpPr>
          <p:cNvPr id="15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6195" y="544420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10</a:t>
            </a:r>
          </a:p>
        </p:txBody>
      </p:sp>
      <p:sp>
        <p:nvSpPr>
          <p:cNvPr id="15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398479" y="544420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537489" y="2124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537489" y="156922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15205" y="2124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6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15205" y="156922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6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15205" y="28621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6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37489" y="286213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529559" y="420680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07275" y="420680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6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07275" y="54997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6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529559" y="54997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5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6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727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45BF414-89B5-4AEF-9A3A-72CECE06E3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25142" y="2194282"/>
            <a:ext cx="3268713" cy="37973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ct val="0"/>
              </a:spcBef>
            </a:pPr>
            <a:endParaRPr lang="en-US" sz="3200" b="1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25141" y="1045916"/>
            <a:ext cx="1173199" cy="817130"/>
          </a:xfrm>
        </p:spPr>
        <p:txBody>
          <a:bodyPr/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718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1300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E28C8-BEAC-834B-A36A-A0CF6FDFEC42}"/>
              </a:ext>
            </a:extLst>
          </p:cNvPr>
          <p:cNvSpPr/>
          <p:nvPr userDrawn="1"/>
        </p:nvSpPr>
        <p:spPr>
          <a:xfrm>
            <a:off x="6001789" y="657225"/>
            <a:ext cx="5350424" cy="5543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739" y="2709863"/>
            <a:ext cx="4059583" cy="1127126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F87E180-9BB3-4E75-A6E4-3C2F3485BA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0000" y="2160364"/>
            <a:ext cx="4063577" cy="4063577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1625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643268" y="437972"/>
            <a:ext cx="10929607" cy="65087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009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227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8318270" y="6186409"/>
            <a:ext cx="206882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9084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8318270" y="6186409"/>
            <a:ext cx="206882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4216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3728854" y="6071746"/>
            <a:ext cx="665824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8475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3728854" y="6071746"/>
            <a:ext cx="665824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pic>
        <p:nvPicPr>
          <p:cNvPr id="21" name="Image 2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09318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3397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9327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9027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Image 12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0739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2332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8" name="Image 17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54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7" y="1098550"/>
            <a:ext cx="10239553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711503"/>
            <a:ext cx="1023320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0" name="Image 1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84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73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763907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03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8062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67861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6348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594451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593816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37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894842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89935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0571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35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39570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1472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396344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3957094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8212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63059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61641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228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92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7" y="1701821"/>
            <a:ext cx="501992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06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2162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0135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5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42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46234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9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0976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0585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46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56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3" name="Image 32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1970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3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4" name="Image 33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0265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9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69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440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485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9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58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8" name="Image 7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9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759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048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4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790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6531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06531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02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 dirty="0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3481080" y="1098550"/>
            <a:ext cx="809157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3202" y="1701893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26548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32289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605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83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35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Imag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13541-6693-4E84-B19C-0A1BC33C1344}"/>
              </a:ext>
            </a:extLst>
          </p:cNvPr>
          <p:cNvSpPr/>
          <p:nvPr userDrawn="1"/>
        </p:nvSpPr>
        <p:spPr>
          <a:xfrm>
            <a:off x="9390062" y="-35100"/>
            <a:ext cx="2801937" cy="6893100"/>
          </a:xfrm>
          <a:prstGeom prst="rect">
            <a:avLst/>
          </a:prstGeom>
          <a:gradFill>
            <a:gsLst>
              <a:gs pos="0">
                <a:srgbClr val="EF7D00"/>
              </a:gs>
              <a:gs pos="93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99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Imag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gradFill>
            <a:gsLst>
              <a:gs pos="0">
                <a:srgbClr val="EF7D00"/>
              </a:gs>
              <a:gs pos="95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35445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1519599" y="1284316"/>
            <a:ext cx="9152803" cy="4289369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515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CA2572-4BDE-4D44-B92E-B693EC1BC929}"/>
              </a:ext>
            </a:extLst>
          </p:cNvPr>
          <p:cNvSpPr/>
          <p:nvPr userDrawn="1"/>
        </p:nvSpPr>
        <p:spPr>
          <a:xfrm>
            <a:off x="0" y="1808163"/>
            <a:ext cx="6816725" cy="5049837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B008BB-81C3-E849-9F20-8F3A061DEF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9514" y="0"/>
            <a:ext cx="8052486" cy="6858000"/>
          </a:xfrm>
          <a:custGeom>
            <a:avLst/>
            <a:gdLst>
              <a:gd name="connsiteX0" fmla="*/ 0 w 8052486"/>
              <a:gd name="connsiteY0" fmla="*/ 0 h 6858000"/>
              <a:gd name="connsiteX1" fmla="*/ 8052486 w 8052486"/>
              <a:gd name="connsiteY1" fmla="*/ 0 h 6858000"/>
              <a:gd name="connsiteX2" fmla="*/ 8052486 w 8052486"/>
              <a:gd name="connsiteY2" fmla="*/ 6858000 h 6858000"/>
              <a:gd name="connsiteX3" fmla="*/ 2677211 w 8052486"/>
              <a:gd name="connsiteY3" fmla="*/ 6858000 h 6858000"/>
              <a:gd name="connsiteX4" fmla="*/ 2677211 w 8052486"/>
              <a:gd name="connsiteY4" fmla="*/ 1808163 h 6858000"/>
              <a:gd name="connsiteX5" fmla="*/ 0 w 8052486"/>
              <a:gd name="connsiteY5" fmla="*/ 18081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52486" h="6858000">
                <a:moveTo>
                  <a:pt x="0" y="0"/>
                </a:moveTo>
                <a:lnTo>
                  <a:pt x="8052486" y="0"/>
                </a:lnTo>
                <a:lnTo>
                  <a:pt x="8052486" y="6858000"/>
                </a:lnTo>
                <a:lnTo>
                  <a:pt x="2677211" y="6858000"/>
                </a:lnTo>
                <a:lnTo>
                  <a:pt x="2677211" y="1808163"/>
                </a:lnTo>
                <a:lnTo>
                  <a:pt x="0" y="18081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330106" cy="1105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329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f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7488" y="1808164"/>
            <a:ext cx="5329237" cy="3241674"/>
          </a:xfr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6000" b="1" cap="none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44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1847272"/>
            <a:ext cx="12192000" cy="415637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0616" y="2407805"/>
            <a:ext cx="5329237" cy="3241674"/>
          </a:xfrm>
          <a:prstGeom prst="rect">
            <a:avLst/>
          </a:prstGeo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3200" b="1" cap="none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01699" y="520700"/>
            <a:ext cx="5166591" cy="5626100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44415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47342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52537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8986" y="2168525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18033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457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53AB398-C6B0-9A45-B9C8-B098CA44C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93395" y="4505325"/>
            <a:ext cx="310038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43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297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4AEB1051-EF10-9B4C-A11B-54A577721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16854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30100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128" y="4395277"/>
            <a:ext cx="2366159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7527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0773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29F99943-7928-844F-9724-3F6E0793CE6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243346" y="2058477"/>
            <a:ext cx="2004463" cy="2004464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4019" y="4395277"/>
            <a:ext cx="2163117" cy="169545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997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Soutenance Interlocuteu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08467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0975" y="3056917"/>
            <a:ext cx="2189165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40024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22714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22536" y="132877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5226" y="3056917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69700" y="1359615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52390" y="3087761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08467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1157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40024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2714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722536" y="395453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05226" y="5679305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69700" y="3982003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>
                <a:solidFill>
                  <a:srgbClr val="828282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2390" y="5710149"/>
            <a:ext cx="2188800" cy="62460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267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5943820" y="657225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55537" y="350904"/>
            <a:ext cx="4311873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90737" y="350904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3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0737" y="2856212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3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55537" y="2856212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cxnSp>
        <p:nvCxnSpPr>
          <p:cNvPr id="4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6253843" y="657225"/>
            <a:ext cx="110" cy="612965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0737" y="5526638"/>
            <a:ext cx="964800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44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55537" y="5526638"/>
            <a:ext cx="4311873" cy="720000"/>
          </a:xfrm>
        </p:spPr>
        <p:txBody>
          <a:bodyPr anchor="ctr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  <a:defRPr lang="en-US" sz="1800" kern="1200" dirty="0">
                <a:solidFill>
                  <a:srgbClr val="62626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grpSp>
        <p:nvGrpSpPr>
          <p:cNvPr id="45" name="Groupe 44"/>
          <p:cNvGrpSpPr/>
          <p:nvPr userDrawn="1"/>
        </p:nvGrpSpPr>
        <p:grpSpPr>
          <a:xfrm>
            <a:off x="5970926" y="360629"/>
            <a:ext cx="604920" cy="604920"/>
            <a:chOff x="5945188" y="349461"/>
            <a:chExt cx="618172" cy="618172"/>
          </a:xfrm>
        </p:grpSpPr>
        <p:sp>
          <p:nvSpPr>
            <p:cNvPr id="4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BCD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1" name="Groupe 50"/>
          <p:cNvGrpSpPr/>
          <p:nvPr userDrawn="1"/>
        </p:nvGrpSpPr>
        <p:grpSpPr>
          <a:xfrm rot="21395192">
            <a:off x="5970927" y="2954647"/>
            <a:ext cx="604920" cy="604920"/>
            <a:chOff x="5945188" y="349461"/>
            <a:chExt cx="618172" cy="618172"/>
          </a:xfrm>
        </p:grpSpPr>
        <p:sp>
          <p:nvSpPr>
            <p:cNvPr id="5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7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57" name="Groupe 56"/>
          <p:cNvGrpSpPr/>
          <p:nvPr userDrawn="1"/>
        </p:nvGrpSpPr>
        <p:grpSpPr>
          <a:xfrm>
            <a:off x="5970927" y="5607236"/>
            <a:ext cx="604920" cy="604920"/>
            <a:chOff x="5945188" y="349461"/>
            <a:chExt cx="618172" cy="618172"/>
          </a:xfrm>
        </p:grpSpPr>
        <p:sp>
          <p:nvSpPr>
            <p:cNvPr id="5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5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3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89407" y="625011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71915" y="2353157"/>
            <a:ext cx="2189165" cy="624600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794844AC-3BA6-D041-9A0B-ABFC06FD899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2089407" y="3250777"/>
            <a:ext cx="1554180" cy="1554181"/>
          </a:xfrm>
          <a:prstGeom prst="ellipse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72097" y="4975545"/>
            <a:ext cx="2188800" cy="624600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13760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9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94915" y="134281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0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96305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10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27307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3" name="Image 1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690" y="5699000"/>
            <a:ext cx="461644" cy="441863"/>
          </a:xfrm>
          <a:prstGeom prst="rect">
            <a:avLst/>
          </a:prstGeom>
        </p:spPr>
      </p:pic>
      <p:grpSp>
        <p:nvGrpSpPr>
          <p:cNvPr id="114" name="Groupe 113"/>
          <p:cNvGrpSpPr/>
          <p:nvPr userDrawn="1"/>
        </p:nvGrpSpPr>
        <p:grpSpPr>
          <a:xfrm>
            <a:off x="2968392" y="305213"/>
            <a:ext cx="604920" cy="604920"/>
            <a:chOff x="5945188" y="349461"/>
            <a:chExt cx="618172" cy="618172"/>
          </a:xfrm>
        </p:grpSpPr>
        <p:sp>
          <p:nvSpPr>
            <p:cNvPr id="11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17" name="Groupe 116"/>
          <p:cNvGrpSpPr/>
          <p:nvPr userDrawn="1"/>
        </p:nvGrpSpPr>
        <p:grpSpPr>
          <a:xfrm>
            <a:off x="2968392" y="1910883"/>
            <a:ext cx="604920" cy="604920"/>
            <a:chOff x="5945188" y="349461"/>
            <a:chExt cx="618172" cy="618172"/>
          </a:xfrm>
        </p:grpSpPr>
        <p:sp>
          <p:nvSpPr>
            <p:cNvPr id="11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0" name="Groupe 119"/>
          <p:cNvGrpSpPr/>
          <p:nvPr userDrawn="1"/>
        </p:nvGrpSpPr>
        <p:grpSpPr>
          <a:xfrm rot="21395192">
            <a:off x="2968392" y="5032603"/>
            <a:ext cx="604920" cy="604920"/>
            <a:chOff x="5945188" y="349461"/>
            <a:chExt cx="618172" cy="618172"/>
          </a:xfrm>
        </p:grpSpPr>
        <p:sp>
          <p:nvSpPr>
            <p:cNvPr id="12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7F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3" name="Groupe 122"/>
          <p:cNvGrpSpPr/>
          <p:nvPr userDrawn="1"/>
        </p:nvGrpSpPr>
        <p:grpSpPr>
          <a:xfrm>
            <a:off x="7756569" y="288335"/>
            <a:ext cx="604920" cy="604920"/>
            <a:chOff x="5945188" y="349461"/>
            <a:chExt cx="618172" cy="618172"/>
          </a:xfrm>
        </p:grpSpPr>
        <p:sp>
          <p:nvSpPr>
            <p:cNvPr id="12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6" name="Groupe 125"/>
          <p:cNvGrpSpPr/>
          <p:nvPr userDrawn="1"/>
        </p:nvGrpSpPr>
        <p:grpSpPr>
          <a:xfrm>
            <a:off x="7756569" y="1917337"/>
            <a:ext cx="604920" cy="604920"/>
            <a:chOff x="5945188" y="349461"/>
            <a:chExt cx="618172" cy="618172"/>
          </a:xfrm>
        </p:grpSpPr>
        <p:sp>
          <p:nvSpPr>
            <p:cNvPr id="12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29" name="Groupe 128"/>
          <p:cNvGrpSpPr/>
          <p:nvPr userDrawn="1"/>
        </p:nvGrpSpPr>
        <p:grpSpPr>
          <a:xfrm>
            <a:off x="7756569" y="3468638"/>
            <a:ext cx="604920" cy="604920"/>
            <a:chOff x="5945188" y="349461"/>
            <a:chExt cx="618172" cy="618172"/>
          </a:xfrm>
        </p:grpSpPr>
        <p:sp>
          <p:nvSpPr>
            <p:cNvPr id="13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32" name="Groupe 131"/>
          <p:cNvGrpSpPr/>
          <p:nvPr userDrawn="1"/>
        </p:nvGrpSpPr>
        <p:grpSpPr>
          <a:xfrm>
            <a:off x="2968392" y="3454532"/>
            <a:ext cx="604920" cy="604920"/>
            <a:chOff x="5945188" y="349461"/>
            <a:chExt cx="618172" cy="618172"/>
          </a:xfrm>
        </p:grpSpPr>
        <p:sp>
          <p:nvSpPr>
            <p:cNvPr id="13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956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6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295" y="2382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7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295" y="1835619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38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9649" y="2382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39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9649" y="1835619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40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89649" y="335311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41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295" y="335311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2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295" y="4934996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89649" y="49252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66771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5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6771" y="17543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46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4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4125" y="17543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4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384125" y="3336008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4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366771" y="3336008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4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4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972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re 11"/>
          <p:cNvSpPr>
            <a:spLocks noGrp="1"/>
          </p:cNvSpPr>
          <p:nvPr>
            <p:ph type="title" hasCustomPrompt="1"/>
          </p:nvPr>
        </p:nvSpPr>
        <p:spPr>
          <a:xfrm>
            <a:off x="566248" y="2660151"/>
            <a:ext cx="2239654" cy="1127126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r>
              <a:rPr lang="en-GB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45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 flipH="1">
            <a:off x="7763384" y="277177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52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8073407" y="59609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Freeform 29">
            <a:extLst>
              <a:ext uri="{FF2B5EF4-FFF2-40B4-BE49-F238E27FC236}">
                <a16:creationId xmlns:a16="http://schemas.microsoft.com/office/drawing/2014/main" id="{7AA55E9A-EA44-D741-868B-23DEFBF4227D}"/>
              </a:ext>
            </a:extLst>
          </p:cNvPr>
          <p:cNvSpPr/>
          <p:nvPr userDrawn="1"/>
        </p:nvSpPr>
        <p:spPr>
          <a:xfrm>
            <a:off x="2824510" y="616869"/>
            <a:ext cx="620266" cy="6200775"/>
          </a:xfrm>
          <a:custGeom>
            <a:avLst/>
            <a:gdLst>
              <a:gd name="connsiteX0" fmla="*/ 576358 w 702708"/>
              <a:gd name="connsiteY0" fmla="*/ 0 h 6883685"/>
              <a:gd name="connsiteX1" fmla="*/ 1005 w 702708"/>
              <a:gd name="connsiteY1" fmla="*/ 1756881 h 6883685"/>
              <a:gd name="connsiteX2" fmla="*/ 699647 w 702708"/>
              <a:gd name="connsiteY2" fmla="*/ 3565132 h 6883685"/>
              <a:gd name="connsiteX3" fmla="*/ 268133 w 702708"/>
              <a:gd name="connsiteY3" fmla="*/ 5609690 h 6883685"/>
              <a:gd name="connsiteX4" fmla="*/ 576358 w 702708"/>
              <a:gd name="connsiteY4" fmla="*/ 6883685 h 688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708" h="6883685">
                <a:moveTo>
                  <a:pt x="576358" y="0"/>
                </a:moveTo>
                <a:cubicBezTo>
                  <a:pt x="278407" y="581346"/>
                  <a:pt x="-19543" y="1162692"/>
                  <a:pt x="1005" y="1756881"/>
                </a:cubicBezTo>
                <a:cubicBezTo>
                  <a:pt x="21553" y="2351070"/>
                  <a:pt x="655126" y="2922997"/>
                  <a:pt x="699647" y="3565132"/>
                </a:cubicBezTo>
                <a:cubicBezTo>
                  <a:pt x="744168" y="4207267"/>
                  <a:pt x="288681" y="5056598"/>
                  <a:pt x="268133" y="5609690"/>
                </a:cubicBezTo>
                <a:cubicBezTo>
                  <a:pt x="247585" y="6162782"/>
                  <a:pt x="411971" y="6523233"/>
                  <a:pt x="576358" y="6883685"/>
                </a:cubicBezTo>
              </a:path>
            </a:pathLst>
          </a:custGeom>
          <a:noFill/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65" name="Straight Arrow Connector 25">
            <a:extLst>
              <a:ext uri="{FF2B5EF4-FFF2-40B4-BE49-F238E27FC236}">
                <a16:creationId xmlns:a16="http://schemas.microsoft.com/office/drawing/2014/main" id="{8C4ECF6B-0E45-6745-AF2E-E1E90A1522A5}"/>
              </a:ext>
            </a:extLst>
          </p:cNvPr>
          <p:cNvCxnSpPr>
            <a:cxnSpLocks/>
          </p:cNvCxnSpPr>
          <p:nvPr userDrawn="1"/>
        </p:nvCxnSpPr>
        <p:spPr>
          <a:xfrm>
            <a:off x="3134533" y="616869"/>
            <a:ext cx="0" cy="6200775"/>
          </a:xfrm>
          <a:prstGeom prst="straightConnector1">
            <a:avLst/>
          </a:prstGeom>
          <a:noFill/>
          <a:ln w="50800">
            <a:gradFill>
              <a:gsLst>
                <a:gs pos="0">
                  <a:srgbClr val="FEB794"/>
                </a:gs>
                <a:gs pos="100000">
                  <a:srgbClr val="EF7D00"/>
                </a:gs>
              </a:gsLst>
              <a:lin ang="5400000" scaled="0"/>
            </a:gra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Groupe 69"/>
          <p:cNvGrpSpPr/>
          <p:nvPr userDrawn="1"/>
        </p:nvGrpSpPr>
        <p:grpSpPr>
          <a:xfrm>
            <a:off x="2828907" y="288335"/>
            <a:ext cx="604920" cy="604920"/>
            <a:chOff x="5945188" y="349461"/>
            <a:chExt cx="618172" cy="618172"/>
          </a:xfrm>
        </p:grpSpPr>
        <p:sp>
          <p:nvSpPr>
            <p:cNvPr id="7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F2DE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3" name="Groupe 72"/>
          <p:cNvGrpSpPr/>
          <p:nvPr userDrawn="1"/>
        </p:nvGrpSpPr>
        <p:grpSpPr>
          <a:xfrm>
            <a:off x="2828907" y="2916597"/>
            <a:ext cx="604920" cy="604920"/>
            <a:chOff x="5945188" y="349461"/>
            <a:chExt cx="618172" cy="618172"/>
          </a:xfrm>
        </p:grpSpPr>
        <p:sp>
          <p:nvSpPr>
            <p:cNvPr id="7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B4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5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6" name="Groupe 75"/>
          <p:cNvGrpSpPr/>
          <p:nvPr userDrawn="1"/>
        </p:nvGrpSpPr>
        <p:grpSpPr>
          <a:xfrm rot="21395192">
            <a:off x="2828907" y="5588300"/>
            <a:ext cx="604920" cy="604920"/>
            <a:chOff x="5945188" y="349461"/>
            <a:chExt cx="618172" cy="618172"/>
          </a:xfrm>
        </p:grpSpPr>
        <p:sp>
          <p:nvSpPr>
            <p:cNvPr id="7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93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8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79" name="Groupe 78"/>
          <p:cNvGrpSpPr/>
          <p:nvPr userDrawn="1"/>
        </p:nvGrpSpPr>
        <p:grpSpPr>
          <a:xfrm>
            <a:off x="7793799" y="1643113"/>
            <a:ext cx="604920" cy="604920"/>
            <a:chOff x="5945188" y="349461"/>
            <a:chExt cx="618172" cy="618172"/>
          </a:xfrm>
        </p:grpSpPr>
        <p:sp>
          <p:nvSpPr>
            <p:cNvPr id="8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863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1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2" name="Groupe 81"/>
          <p:cNvGrpSpPr/>
          <p:nvPr userDrawn="1"/>
        </p:nvGrpSpPr>
        <p:grpSpPr>
          <a:xfrm>
            <a:off x="7793799" y="2926174"/>
            <a:ext cx="604920" cy="604920"/>
            <a:chOff x="5945188" y="349461"/>
            <a:chExt cx="618172" cy="618172"/>
          </a:xfrm>
        </p:grpSpPr>
        <p:sp>
          <p:nvSpPr>
            <p:cNvPr id="8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63A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4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5" name="Groupe 84"/>
          <p:cNvGrpSpPr/>
          <p:nvPr userDrawn="1"/>
        </p:nvGrpSpPr>
        <p:grpSpPr>
          <a:xfrm>
            <a:off x="7793799" y="4246817"/>
            <a:ext cx="604920" cy="604920"/>
            <a:chOff x="5945188" y="349461"/>
            <a:chExt cx="618172" cy="618172"/>
          </a:xfrm>
        </p:grpSpPr>
        <p:sp>
          <p:nvSpPr>
            <p:cNvPr id="8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CC1A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88" name="Groupe 87"/>
          <p:cNvGrpSpPr/>
          <p:nvPr userDrawn="1"/>
        </p:nvGrpSpPr>
        <p:grpSpPr>
          <a:xfrm>
            <a:off x="2828907" y="4246817"/>
            <a:ext cx="604920" cy="604920"/>
            <a:chOff x="5945188" y="349461"/>
            <a:chExt cx="618172" cy="618172"/>
          </a:xfrm>
        </p:grpSpPr>
        <p:sp>
          <p:nvSpPr>
            <p:cNvPr id="8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AA8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1" name="Groupe 90"/>
          <p:cNvGrpSpPr/>
          <p:nvPr userDrawn="1"/>
        </p:nvGrpSpPr>
        <p:grpSpPr>
          <a:xfrm>
            <a:off x="2828907" y="1643153"/>
            <a:ext cx="604920" cy="604920"/>
            <a:chOff x="5945188" y="349461"/>
            <a:chExt cx="618172" cy="618172"/>
          </a:xfrm>
        </p:grpSpPr>
        <p:sp>
          <p:nvSpPr>
            <p:cNvPr id="92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DD2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3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4" name="Groupe 93"/>
          <p:cNvGrpSpPr/>
          <p:nvPr userDrawn="1"/>
        </p:nvGrpSpPr>
        <p:grpSpPr>
          <a:xfrm>
            <a:off x="7793799" y="5570827"/>
            <a:ext cx="604920" cy="604920"/>
            <a:chOff x="5945188" y="349461"/>
            <a:chExt cx="618172" cy="618172"/>
          </a:xfrm>
        </p:grpSpPr>
        <p:sp>
          <p:nvSpPr>
            <p:cNvPr id="96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AE16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7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98" name="Groupe 97"/>
          <p:cNvGrpSpPr/>
          <p:nvPr userDrawn="1"/>
        </p:nvGrpSpPr>
        <p:grpSpPr>
          <a:xfrm>
            <a:off x="7793799" y="307741"/>
            <a:ext cx="604920" cy="604920"/>
            <a:chOff x="5945188" y="349461"/>
            <a:chExt cx="618172" cy="618172"/>
          </a:xfrm>
        </p:grpSpPr>
        <p:sp>
          <p:nvSpPr>
            <p:cNvPr id="99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5945188" y="349461"/>
              <a:ext cx="618172" cy="618172"/>
            </a:xfrm>
            <a:prstGeom prst="ellipse">
              <a:avLst/>
            </a:prstGeom>
            <a:solidFill>
              <a:srgbClr val="E985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0" name="Oval 30">
              <a:extLst>
                <a:ext uri="{FF2B5EF4-FFF2-40B4-BE49-F238E27FC236}">
                  <a16:creationId xmlns:a16="http://schemas.microsoft.com/office/drawing/2014/main" id="{4804B8D8-F0AE-DD46-BF64-706AC4389FB3}"/>
                </a:ext>
              </a:extLst>
            </p:cNvPr>
            <p:cNvSpPr/>
            <p:nvPr/>
          </p:nvSpPr>
          <p:spPr>
            <a:xfrm>
              <a:off x="6071154" y="474536"/>
              <a:ext cx="365378" cy="3653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5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406409" y="156935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06409" y="151371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4125" y="156935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06</a:t>
            </a:r>
          </a:p>
        </p:txBody>
      </p:sp>
      <p:sp>
        <p:nvSpPr>
          <p:cNvPr id="15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84125" y="151371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07</a:t>
            </a:r>
          </a:p>
        </p:txBody>
      </p:sp>
      <p:sp>
        <p:nvSpPr>
          <p:cNvPr id="15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384125" y="280662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08</a:t>
            </a:r>
          </a:p>
        </p:txBody>
      </p:sp>
      <p:sp>
        <p:nvSpPr>
          <p:cNvPr id="15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406409" y="280662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398479" y="415129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5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6195" y="415129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09</a:t>
            </a:r>
          </a:p>
        </p:txBody>
      </p:sp>
      <p:sp>
        <p:nvSpPr>
          <p:cNvPr id="15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6195" y="544420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10</a:t>
            </a:r>
          </a:p>
        </p:txBody>
      </p:sp>
      <p:sp>
        <p:nvSpPr>
          <p:cNvPr id="15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398479" y="544420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0" name="Text Placeholder 16">
            <a:extLst>
              <a:ext uri="{FF2B5EF4-FFF2-40B4-BE49-F238E27FC236}">
                <a16:creationId xmlns:a16="http://schemas.microsoft.com/office/drawing/2014/main" id="{24B008C7-6A3F-D548-9CB6-2F36FCE17AA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537489" y="212444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1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537489" y="1569223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2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15205" y="212444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163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515205" y="1569223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02</a:t>
            </a:r>
          </a:p>
        </p:txBody>
      </p:sp>
      <p:sp>
        <p:nvSpPr>
          <p:cNvPr id="164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15205" y="2862131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03</a:t>
            </a:r>
          </a:p>
        </p:txBody>
      </p:sp>
      <p:sp>
        <p:nvSpPr>
          <p:cNvPr id="165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37489" y="2862131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6" name="Text Placeholder 17">
            <a:extLst>
              <a:ext uri="{FF2B5EF4-FFF2-40B4-BE49-F238E27FC236}">
                <a16:creationId xmlns:a16="http://schemas.microsoft.com/office/drawing/2014/main" id="{8195F688-43A9-C149-A55C-6BC7EC2E73D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529559" y="4206802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167" name="Text Placeholder 20">
            <a:extLst>
              <a:ext uri="{FF2B5EF4-FFF2-40B4-BE49-F238E27FC236}">
                <a16:creationId xmlns:a16="http://schemas.microsoft.com/office/drawing/2014/main" id="{50CF4057-C84D-5C4B-91FA-82A3CA81C25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507275" y="4206802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04</a:t>
            </a:r>
          </a:p>
        </p:txBody>
      </p:sp>
      <p:sp>
        <p:nvSpPr>
          <p:cNvPr id="168" name="Text Placeholder 21">
            <a:extLst>
              <a:ext uri="{FF2B5EF4-FFF2-40B4-BE49-F238E27FC236}">
                <a16:creationId xmlns:a16="http://schemas.microsoft.com/office/drawing/2014/main" id="{1579ED49-92F1-4D42-8048-52F6BFE07DB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07275" y="5499710"/>
            <a:ext cx="966309" cy="817130"/>
          </a:xfrm>
        </p:spPr>
        <p:txBody>
          <a:bodyPr/>
          <a:lstStyle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05</a:t>
            </a:r>
          </a:p>
        </p:txBody>
      </p:sp>
      <p:sp>
        <p:nvSpPr>
          <p:cNvPr id="169" name="Text Placeholder 22">
            <a:extLst>
              <a:ext uri="{FF2B5EF4-FFF2-40B4-BE49-F238E27FC236}">
                <a16:creationId xmlns:a16="http://schemas.microsoft.com/office/drawing/2014/main" id="{D5FEC5D1-4EDC-A04B-8594-A0E9BBAFBF6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529559" y="5499710"/>
            <a:ext cx="2714400" cy="720000"/>
          </a:xfrm>
        </p:spPr>
        <p:txBody>
          <a:bodyPr anchor="ctr"/>
          <a:lstStyle>
            <a:lvl1pPr>
              <a:defRPr>
                <a:solidFill>
                  <a:srgbClr val="828282"/>
                </a:solidFill>
              </a:defRPr>
            </a:lvl1pPr>
          </a:lstStyle>
          <a:p>
            <a:r>
              <a:rPr lang="en-US" sz="1800">
                <a:solidFill>
                  <a:srgbClr val="626262"/>
                </a:solidFill>
              </a:rPr>
              <a:t>Lorem ipsum dolor sit </a:t>
            </a:r>
            <a:r>
              <a:rPr lang="en-US" sz="1800" err="1">
                <a:solidFill>
                  <a:srgbClr val="626262"/>
                </a:solidFill>
              </a:rPr>
              <a:t>amet</a:t>
            </a:r>
            <a:r>
              <a:rPr lang="en-US" sz="1800">
                <a:solidFill>
                  <a:srgbClr val="626262"/>
                </a:solidFill>
              </a:rPr>
              <a:t>, </a:t>
            </a:r>
            <a:r>
              <a:rPr lang="en-US" sz="1800" err="1">
                <a:solidFill>
                  <a:srgbClr val="626262"/>
                </a:solidFill>
              </a:rPr>
              <a:t>conse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ctetur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adipiscing</a:t>
            </a:r>
            <a:r>
              <a:rPr lang="en-US" sz="1800">
                <a:solidFill>
                  <a:srgbClr val="626262"/>
                </a:solidFill>
              </a:rPr>
              <a:t> </a:t>
            </a:r>
            <a:r>
              <a:rPr lang="en-US" sz="1800" err="1">
                <a:solidFill>
                  <a:srgbClr val="626262"/>
                </a:solidFill>
              </a:rPr>
              <a:t>elit</a:t>
            </a:r>
            <a:endParaRPr lang="en-US" sz="1800">
              <a:solidFill>
                <a:srgbClr val="626262"/>
              </a:solidFill>
            </a:endParaRPr>
          </a:p>
        </p:txBody>
      </p:sp>
      <p:sp>
        <p:nvSpPr>
          <p:cNvPr id="5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6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214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45BF414-89B5-4AEF-9A3A-72CECE06E3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25142" y="2194282"/>
            <a:ext cx="3268713" cy="37973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ct val="0"/>
              </a:spcBef>
            </a:pPr>
            <a:endParaRPr lang="en-US" sz="3200" b="1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5E19CF2-DEB9-734B-A9B7-F46251DFC9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25141" y="1045916"/>
            <a:ext cx="1173199" cy="817130"/>
          </a:xfrm>
        </p:spPr>
        <p:txBody>
          <a:bodyPr/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369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s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1300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E28C8-BEAC-834B-A36A-A0CF6FDFEC42}"/>
              </a:ext>
            </a:extLst>
          </p:cNvPr>
          <p:cNvSpPr/>
          <p:nvPr userDrawn="1"/>
        </p:nvSpPr>
        <p:spPr>
          <a:xfrm>
            <a:off x="6001789" y="657225"/>
            <a:ext cx="5350424" cy="5543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739" y="2709863"/>
            <a:ext cx="4059583" cy="1127126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BF87E180-9BB3-4E75-A6E4-3C2F3485BA5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90000" y="2160364"/>
            <a:ext cx="4063577" cy="4063577"/>
          </a:xfrm>
          <a:prstGeom prst="ellipse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55303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643268" y="437972"/>
            <a:ext cx="10929607" cy="65087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808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782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8318270" y="6186409"/>
            <a:ext cx="206882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95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4177752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8318270" y="6186409"/>
            <a:ext cx="2068827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5912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8"/>
          </p:nvPr>
        </p:nvSpPr>
        <p:spPr>
          <a:xfrm>
            <a:off x="3728854" y="6071746"/>
            <a:ext cx="665824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81566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3535612" y="5769735"/>
            <a:ext cx="8659738" cy="1090776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4"/>
            <a:ext cx="10929937" cy="393019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3728854" y="6071746"/>
            <a:ext cx="6658243" cy="558800"/>
          </a:xfrm>
        </p:spPr>
        <p:txBody>
          <a:bodyPr anchor="ctr"/>
          <a:lstStyle>
            <a:lvl1pPr>
              <a:defRPr lang="fr-FR" sz="1800" kern="0" dirty="0" smtClean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algn="ctr" defTabSz="914199" rtl="0" eaLnBrk="1" latinLnBrk="0" hangingPunct="1">
              <a:defRPr/>
            </a:pPr>
            <a:r>
              <a:rPr lang="fr-FR"/>
              <a:t>Modifier les styles du texte du masque</a:t>
            </a:r>
          </a:p>
        </p:txBody>
      </p:sp>
      <p:pic>
        <p:nvPicPr>
          <p:cNvPr id="21" name="Image 2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71857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6131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" y="5980670"/>
            <a:ext cx="12192000" cy="87984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141125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096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8075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>
            <a:spLocks noChangeAspect="1"/>
          </p:cNvSpPr>
          <p:nvPr userDrawn="1"/>
        </p:nvSpPr>
        <p:spPr>
          <a:xfrm>
            <a:off x="11069052" y="4331368"/>
            <a:ext cx="1122947" cy="2526632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3" name="Image 12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2340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2332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8" name="Image 17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860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23955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11381131" y="0"/>
            <a:ext cx="810869" cy="6858000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7" y="1098550"/>
            <a:ext cx="10239553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711503"/>
            <a:ext cx="1023320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0" name="Image 1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51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66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763907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76328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8207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667861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67861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672262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1081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6" y="437972"/>
            <a:ext cx="594451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9" y="1711503"/>
            <a:ext cx="593816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95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894842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89935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0571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7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39570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89688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396344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3957094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5246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306599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Titre Sous ti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3135647" y="1701821"/>
            <a:ext cx="843722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606952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20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029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7" y="1701821"/>
            <a:ext cx="501992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95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2162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8" y="1711503"/>
            <a:ext cx="501357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1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17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646234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45198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16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2609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0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951" y="61253"/>
            <a:ext cx="6858000" cy="6858000"/>
          </a:xfrm>
          <a:prstGeom prst="rect">
            <a:avLst/>
          </a:prstGeom>
        </p:spPr>
      </p:pic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1763744"/>
            <a:ext cx="4981575" cy="309718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792161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9932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6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055876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636586" y="1763744"/>
            <a:ext cx="4477539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3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3" name="Image 32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7077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2518230" y="4412342"/>
            <a:ext cx="9677120" cy="2448169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81C6A40A-6222-449E-AB7D-0A65F34531E7}"/>
              </a:ext>
            </a:extLst>
          </p:cNvPr>
          <p:cNvGrpSpPr/>
          <p:nvPr userDrawn="1"/>
        </p:nvGrpSpPr>
        <p:grpSpPr>
          <a:xfrm>
            <a:off x="1411543" y="2091248"/>
            <a:ext cx="4085715" cy="4085715"/>
            <a:chOff x="5157951" y="725213"/>
            <a:chExt cx="6858000" cy="6858000"/>
          </a:xfrm>
        </p:grpSpPr>
        <p:pic>
          <p:nvPicPr>
            <p:cNvPr id="18" name="Picture 13">
              <a:extLst>
                <a:ext uri="{FF2B5EF4-FFF2-40B4-BE49-F238E27FC236}">
                  <a16:creationId xmlns:a16="http://schemas.microsoft.com/office/drawing/2014/main" id="{CAAC4A3F-9018-41A1-836C-E1452121A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1D752667-25CF-4211-B88E-9C31BDD76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54DC039-D6E6-45BA-9650-3A699B488DF9}"/>
              </a:ext>
            </a:extLst>
          </p:cNvPr>
          <p:cNvGrpSpPr/>
          <p:nvPr userDrawn="1"/>
        </p:nvGrpSpPr>
        <p:grpSpPr>
          <a:xfrm>
            <a:off x="7487897" y="2091248"/>
            <a:ext cx="4085715" cy="4085715"/>
            <a:chOff x="5157951" y="725213"/>
            <a:chExt cx="6858000" cy="6858000"/>
          </a:xfrm>
        </p:grpSpPr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B8AEA3DC-9E67-4328-85BA-5F0E74C09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7A941656-8C76-487D-B7B0-0D7C2AD7F6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027B39B-2B49-4BEE-8DF4-B3FC664E209B}"/>
              </a:ext>
            </a:extLst>
          </p:cNvPr>
          <p:cNvGrpSpPr/>
          <p:nvPr userDrawn="1"/>
        </p:nvGrpSpPr>
        <p:grpSpPr>
          <a:xfrm>
            <a:off x="3399176" y="1214264"/>
            <a:ext cx="6183524" cy="6183522"/>
            <a:chOff x="5157951" y="725213"/>
            <a:chExt cx="6858000" cy="6858000"/>
          </a:xfrm>
        </p:grpSpPr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0AE37B0A-F20F-44B8-8E0B-952F663FF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57951" y="725213"/>
              <a:ext cx="6858000" cy="68580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289ABEDB-4DED-4CE0-A9CB-284FEE7224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951" y="2410972"/>
              <a:ext cx="5004000" cy="3116389"/>
            </a:xfrm>
            <a:prstGeom prst="rect">
              <a:avLst/>
            </a:prstGeom>
          </p:spPr>
        </p:pic>
      </p:grp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66990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2A58E47E-FDA7-42A0-92CB-5B524B8188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6442" y="2734230"/>
            <a:ext cx="4510427" cy="2809895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A09D2E6-C773-4516-96BB-BC469A45991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11558" y="3095554"/>
            <a:ext cx="2121358" cy="1856617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31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32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3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34" name="Image 33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6772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995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91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4401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4857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0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5803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8" name="Image 7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49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Sous titr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6" y="1085672"/>
            <a:ext cx="595759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5948048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83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0790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06531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06531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941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3481080" y="1098550"/>
            <a:ext cx="809157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90" y="1690854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3202" y="1701893"/>
            <a:ext cx="2909455" cy="424550"/>
          </a:xfrm>
        </p:spPr>
        <p:txBody>
          <a:bodyPr/>
          <a:lstStyle>
            <a:lvl1pPr>
              <a:defRPr sz="1400" b="1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26548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32289" y="2347416"/>
            <a:ext cx="2909455" cy="3853360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980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79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Titre Sous Titre Contenu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42939" y="1711503"/>
            <a:ext cx="6388926" cy="4606747"/>
          </a:xfrm>
        </p:spPr>
        <p:txBody>
          <a:bodyPr/>
          <a:lstStyle>
            <a:lvl1pPr>
              <a:defRPr>
                <a:solidFill>
                  <a:srgbClr val="828282"/>
                </a:solidFill>
              </a:defRPr>
            </a:lvl1pPr>
            <a:lvl2pPr>
              <a:defRPr>
                <a:solidFill>
                  <a:srgbClr val="828282"/>
                </a:solidFill>
              </a:defRPr>
            </a:lvl2pPr>
            <a:lvl3pPr>
              <a:defRPr>
                <a:solidFill>
                  <a:srgbClr val="828282"/>
                </a:solidFill>
              </a:defRPr>
            </a:lvl3pPr>
            <a:lvl4pPr>
              <a:defRPr>
                <a:solidFill>
                  <a:srgbClr val="828282"/>
                </a:solidFill>
              </a:defRPr>
            </a:lvl4pPr>
            <a:lvl5pPr>
              <a:defRPr>
                <a:solidFill>
                  <a:srgbClr val="828282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48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Imag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13541-6693-4E84-B19C-0A1BC33C1344}"/>
              </a:ext>
            </a:extLst>
          </p:cNvPr>
          <p:cNvSpPr/>
          <p:nvPr userDrawn="1"/>
        </p:nvSpPr>
        <p:spPr>
          <a:xfrm>
            <a:off x="9390062" y="-35100"/>
            <a:ext cx="2801937" cy="6893100"/>
          </a:xfrm>
          <a:prstGeom prst="rect">
            <a:avLst/>
          </a:prstGeom>
          <a:gradFill>
            <a:gsLst>
              <a:gs pos="0">
                <a:srgbClr val="EF7D00"/>
              </a:gs>
              <a:gs pos="93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4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Imag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gradFill>
            <a:gsLst>
              <a:gs pos="0">
                <a:srgbClr val="EF7D00"/>
              </a:gs>
              <a:gs pos="95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812139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1519599" y="1284316"/>
            <a:ext cx="9152803" cy="4289369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82828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82828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905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CA2572-4BDE-4D44-B92E-B693EC1BC929}"/>
              </a:ext>
            </a:extLst>
          </p:cNvPr>
          <p:cNvSpPr/>
          <p:nvPr userDrawn="1"/>
        </p:nvSpPr>
        <p:spPr>
          <a:xfrm>
            <a:off x="0" y="1808163"/>
            <a:ext cx="6816725" cy="5049837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B008BB-81C3-E849-9F20-8F3A061DEF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9514" y="0"/>
            <a:ext cx="8052486" cy="6858000"/>
          </a:xfrm>
          <a:custGeom>
            <a:avLst/>
            <a:gdLst>
              <a:gd name="connsiteX0" fmla="*/ 0 w 8052486"/>
              <a:gd name="connsiteY0" fmla="*/ 0 h 6858000"/>
              <a:gd name="connsiteX1" fmla="*/ 8052486 w 8052486"/>
              <a:gd name="connsiteY1" fmla="*/ 0 h 6858000"/>
              <a:gd name="connsiteX2" fmla="*/ 8052486 w 8052486"/>
              <a:gd name="connsiteY2" fmla="*/ 6858000 h 6858000"/>
              <a:gd name="connsiteX3" fmla="*/ 2677211 w 8052486"/>
              <a:gd name="connsiteY3" fmla="*/ 6858000 h 6858000"/>
              <a:gd name="connsiteX4" fmla="*/ 2677211 w 8052486"/>
              <a:gd name="connsiteY4" fmla="*/ 1808163 h 6858000"/>
              <a:gd name="connsiteX5" fmla="*/ 0 w 8052486"/>
              <a:gd name="connsiteY5" fmla="*/ 18081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52486" h="6858000">
                <a:moveTo>
                  <a:pt x="0" y="0"/>
                </a:moveTo>
                <a:lnTo>
                  <a:pt x="8052486" y="0"/>
                </a:lnTo>
                <a:lnTo>
                  <a:pt x="8052486" y="6858000"/>
                </a:lnTo>
                <a:lnTo>
                  <a:pt x="2677211" y="6858000"/>
                </a:lnTo>
                <a:lnTo>
                  <a:pt x="2677211" y="1808163"/>
                </a:lnTo>
                <a:lnTo>
                  <a:pt x="0" y="18081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3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330106" cy="11052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13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f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7488" y="1808164"/>
            <a:ext cx="5329237" cy="3241674"/>
          </a:xfr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6000" b="1" cap="none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11730"/>
            <a:ext cx="1659003" cy="580955"/>
          </a:xfrm>
          <a:prstGeom prst="rect">
            <a:avLst/>
          </a:prstGeom>
        </p:spPr>
      </p:pic>
      <p:sp>
        <p:nvSpPr>
          <p:cNvPr id="10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29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1847272"/>
            <a:ext cx="12192000" cy="415637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0616" y="2407805"/>
            <a:ext cx="5329237" cy="3241674"/>
          </a:xfrm>
          <a:prstGeom prst="rect">
            <a:avLst/>
          </a:prstGeo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01699" y="520700"/>
            <a:ext cx="5166591" cy="5626100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6C6D6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6C6D6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970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- 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8" y="1542197"/>
            <a:ext cx="10929937" cy="477605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248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et sous 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729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643268" y="437972"/>
            <a:ext cx="10929607" cy="65087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542197"/>
            <a:ext cx="10929937" cy="477605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563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et sous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901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834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95463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763478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801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763907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763478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77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23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01992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990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texte titre et sous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23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019925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01992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769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ord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03453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297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ord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03453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03990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44850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contenu télé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5" name="Imag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45833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96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contenu télé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5" name="Imag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6458338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45833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710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E"/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948996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4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et sous titr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E"/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95440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95440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50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- Titre Sous Titre Contenu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948996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101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Contenu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95440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95440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758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19940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19638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672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et contenu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19940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19638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199405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27613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396114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545798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396114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3963445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6491122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40" y="454308"/>
            <a:ext cx="2153124" cy="268535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00769" y="4234196"/>
            <a:ext cx="2398018" cy="1966579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8944" y="4234196"/>
            <a:ext cx="2398018" cy="1966579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53AB398-C6B0-9A45-B9C8-B098CA44C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4195" y="4234196"/>
            <a:ext cx="2409042" cy="1966579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0E20A7A-2939-440F-8B0E-8F35EB4653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54195" y="657225"/>
            <a:ext cx="2398018" cy="341312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42A6960-56A2-47E2-B561-B411AEA80C0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58944" y="657225"/>
            <a:ext cx="2398018" cy="341312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5212356-98DF-4FEA-B89E-6D8357FC4D3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800769" y="657225"/>
            <a:ext cx="2398018" cy="341312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707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hoto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59128" y="1539310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66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ous titre photo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59128" y="1539310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6458338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63605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13541-6693-4E84-B19C-0A1BC33C1344}"/>
              </a:ext>
            </a:extLst>
          </p:cNvPr>
          <p:cNvSpPr/>
          <p:nvPr userDrawn="1"/>
        </p:nvSpPr>
        <p:spPr>
          <a:xfrm>
            <a:off x="9390062" y="-35100"/>
            <a:ext cx="2801937" cy="6893100"/>
          </a:xfrm>
          <a:prstGeom prst="rect">
            <a:avLst/>
          </a:prstGeom>
          <a:gradFill>
            <a:gsLst>
              <a:gs pos="0">
                <a:srgbClr val="EF7D00"/>
              </a:gs>
              <a:gs pos="93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0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3368842" y="1992313"/>
            <a:ext cx="8204033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88588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3368842" y="1992313"/>
            <a:ext cx="8204033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755493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-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7017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7017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42758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42758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207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- Sous-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7017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7017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42758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42758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3481080" y="1098550"/>
            <a:ext cx="809157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17430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17495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90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17495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628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792605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702631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1519599" y="1284316"/>
            <a:ext cx="9152803" cy="4289369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4483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CA2572-4BDE-4D44-B92E-B693EC1BC929}"/>
              </a:ext>
            </a:extLst>
          </p:cNvPr>
          <p:cNvSpPr/>
          <p:nvPr userDrawn="1"/>
        </p:nvSpPr>
        <p:spPr>
          <a:xfrm>
            <a:off x="0" y="1808163"/>
            <a:ext cx="6816725" cy="5049837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7488" y="2168525"/>
            <a:ext cx="4468469" cy="4032250"/>
          </a:xfr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60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B008BB-81C3-E849-9F20-8F3A061DEF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9514" y="0"/>
            <a:ext cx="8052486" cy="6858000"/>
          </a:xfrm>
          <a:custGeom>
            <a:avLst/>
            <a:gdLst>
              <a:gd name="connsiteX0" fmla="*/ 0 w 8052486"/>
              <a:gd name="connsiteY0" fmla="*/ 0 h 6858000"/>
              <a:gd name="connsiteX1" fmla="*/ 8052486 w 8052486"/>
              <a:gd name="connsiteY1" fmla="*/ 0 h 6858000"/>
              <a:gd name="connsiteX2" fmla="*/ 8052486 w 8052486"/>
              <a:gd name="connsiteY2" fmla="*/ 6858000 h 6858000"/>
              <a:gd name="connsiteX3" fmla="*/ 2677211 w 8052486"/>
              <a:gd name="connsiteY3" fmla="*/ 6858000 h 6858000"/>
              <a:gd name="connsiteX4" fmla="*/ 2677211 w 8052486"/>
              <a:gd name="connsiteY4" fmla="*/ 1808163 h 6858000"/>
              <a:gd name="connsiteX5" fmla="*/ 0 w 8052486"/>
              <a:gd name="connsiteY5" fmla="*/ 18081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52486" h="6858000">
                <a:moveTo>
                  <a:pt x="0" y="0"/>
                </a:moveTo>
                <a:lnTo>
                  <a:pt x="8052486" y="0"/>
                </a:lnTo>
                <a:lnTo>
                  <a:pt x="8052486" y="6858000"/>
                </a:lnTo>
                <a:lnTo>
                  <a:pt x="2677211" y="6858000"/>
                </a:lnTo>
                <a:lnTo>
                  <a:pt x="2677211" y="1808163"/>
                </a:lnTo>
                <a:lnTo>
                  <a:pt x="0" y="18081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312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1847272"/>
            <a:ext cx="12192000" cy="415637"/>
          </a:xfrm>
          <a:prstGeom prst="rect">
            <a:avLst/>
          </a:prstGeom>
          <a:gradFill flip="none" rotWithShape="1">
            <a:gsLst>
              <a:gs pos="100000">
                <a:srgbClr val="EF7D00"/>
              </a:gs>
              <a:gs pos="29000">
                <a:srgbClr val="D5121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50616" y="2407805"/>
            <a:ext cx="5329237" cy="3241674"/>
          </a:xfrm>
          <a:prstGeom prst="rect">
            <a:avLst/>
          </a:prstGeo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01699" y="520700"/>
            <a:ext cx="5166591" cy="5626100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6C6D6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6C6D6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376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- 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6" y="450850"/>
            <a:ext cx="10936289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42938" y="1542197"/>
            <a:ext cx="10929937" cy="477605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196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et sous 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738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643268" y="437972"/>
            <a:ext cx="10929607" cy="650875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542197"/>
            <a:ext cx="10929937" cy="477605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7801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et sous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639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44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pour une image  2">
            <a:extLst>
              <a:ext uri="{FF2B5EF4-FFF2-40B4-BE49-F238E27FC236}">
                <a16:creationId xmlns:a16="http://schemas.microsoft.com/office/drawing/2014/main" id="{E71E3310-2B05-4AE1-AFDF-FED61D7DC81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36587" y="1729348"/>
            <a:ext cx="10936071" cy="436903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 rot="5400000">
            <a:off x="6020285" y="686284"/>
            <a:ext cx="151432" cy="1219200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3634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8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763478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720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7639224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7639072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763478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702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23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01992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1664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texte titre et sous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81037"/>
            <a:ext cx="4981575" cy="55197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23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019925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019925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01992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69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ord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03453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892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ord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0FC629-E524-40A0-9E1A-3A3E5604F2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5878" y="-1470586"/>
            <a:ext cx="7196282" cy="99896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F0FB-D0FB-4167-83DE-936CD5094F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0797" y="921956"/>
            <a:ext cx="5821363" cy="4541191"/>
          </a:xfrm>
          <a:solidFill>
            <a:schemeClr val="accent2"/>
          </a:solidFill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6" y="450850"/>
            <a:ext cx="5039906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03453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039904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96591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contenu télé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5" name="Image 2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45833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12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contenu téléph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83C27D-9BF6-0E48-AFB7-C7D7B790FF76}"/>
              </a:ext>
            </a:extLst>
          </p:cNvPr>
          <p:cNvSpPr/>
          <p:nvPr userDrawn="1"/>
        </p:nvSpPr>
        <p:spPr>
          <a:xfrm>
            <a:off x="8737600" y="0"/>
            <a:ext cx="345774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CAF18833-3456-3742-B415-088FBEC142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0525" y="499592"/>
            <a:ext cx="3085688" cy="5815584"/>
          </a:xfrm>
          <a:prstGeom prst="rect">
            <a:avLst/>
          </a:prstGeom>
        </p:spPr>
      </p:pic>
      <p:sp>
        <p:nvSpPr>
          <p:cNvPr id="24" name="Picture Placeholder 31">
            <a:extLst>
              <a:ext uri="{FF2B5EF4-FFF2-40B4-BE49-F238E27FC236}">
                <a16:creationId xmlns:a16="http://schemas.microsoft.com/office/drawing/2014/main" id="{4B05EA97-82DB-FB41-830F-8BC31830DAD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675620" y="993335"/>
            <a:ext cx="2258473" cy="4854187"/>
          </a:xfrm>
          <a:custGeom>
            <a:avLst/>
            <a:gdLst>
              <a:gd name="connsiteX0" fmla="*/ 230635 w 2258473"/>
              <a:gd name="connsiteY0" fmla="*/ 0 h 4854187"/>
              <a:gd name="connsiteX1" fmla="*/ 513988 w 2258473"/>
              <a:gd name="connsiteY1" fmla="*/ 0 h 4854187"/>
              <a:gd name="connsiteX2" fmla="*/ 508000 w 2258473"/>
              <a:gd name="connsiteY2" fmla="*/ 29660 h 4854187"/>
              <a:gd name="connsiteX3" fmla="*/ 508000 w 2258473"/>
              <a:gd name="connsiteY3" fmla="*/ 62054 h 4854187"/>
              <a:gd name="connsiteX4" fmla="*/ 608864 w 2258473"/>
              <a:gd name="connsiteY4" fmla="*/ 162918 h 4854187"/>
              <a:gd name="connsiteX5" fmla="*/ 1648424 w 2258473"/>
              <a:gd name="connsiteY5" fmla="*/ 162918 h 4854187"/>
              <a:gd name="connsiteX6" fmla="*/ 1749288 w 2258473"/>
              <a:gd name="connsiteY6" fmla="*/ 62054 h 4854187"/>
              <a:gd name="connsiteX7" fmla="*/ 1749288 w 2258473"/>
              <a:gd name="connsiteY7" fmla="*/ 29660 h 4854187"/>
              <a:gd name="connsiteX8" fmla="*/ 1743300 w 2258473"/>
              <a:gd name="connsiteY8" fmla="*/ 0 h 4854187"/>
              <a:gd name="connsiteX9" fmla="*/ 2027838 w 2258473"/>
              <a:gd name="connsiteY9" fmla="*/ 0 h 4854187"/>
              <a:gd name="connsiteX10" fmla="*/ 2258473 w 2258473"/>
              <a:gd name="connsiteY10" fmla="*/ 230635 h 4854187"/>
              <a:gd name="connsiteX11" fmla="*/ 2258473 w 2258473"/>
              <a:gd name="connsiteY11" fmla="*/ 4623552 h 4854187"/>
              <a:gd name="connsiteX12" fmla="*/ 2027838 w 2258473"/>
              <a:gd name="connsiteY12" fmla="*/ 4854187 h 4854187"/>
              <a:gd name="connsiteX13" fmla="*/ 230635 w 2258473"/>
              <a:gd name="connsiteY13" fmla="*/ 4854187 h 4854187"/>
              <a:gd name="connsiteX14" fmla="*/ 0 w 2258473"/>
              <a:gd name="connsiteY14" fmla="*/ 4623552 h 4854187"/>
              <a:gd name="connsiteX15" fmla="*/ 0 w 2258473"/>
              <a:gd name="connsiteY15" fmla="*/ 230635 h 4854187"/>
              <a:gd name="connsiteX16" fmla="*/ 230635 w 2258473"/>
              <a:gd name="connsiteY16" fmla="*/ 0 h 4854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8473" h="4854187">
                <a:moveTo>
                  <a:pt x="230635" y="0"/>
                </a:moveTo>
                <a:lnTo>
                  <a:pt x="513988" y="0"/>
                </a:lnTo>
                <a:lnTo>
                  <a:pt x="508000" y="29660"/>
                </a:lnTo>
                <a:lnTo>
                  <a:pt x="508000" y="62054"/>
                </a:lnTo>
                <a:cubicBezTo>
                  <a:pt x="508000" y="117760"/>
                  <a:pt x="553158" y="162918"/>
                  <a:pt x="608864" y="162918"/>
                </a:cubicBezTo>
                <a:lnTo>
                  <a:pt x="1648424" y="162918"/>
                </a:lnTo>
                <a:cubicBezTo>
                  <a:pt x="1704130" y="162918"/>
                  <a:pt x="1749288" y="117760"/>
                  <a:pt x="1749288" y="62054"/>
                </a:cubicBezTo>
                <a:lnTo>
                  <a:pt x="1749288" y="29660"/>
                </a:lnTo>
                <a:lnTo>
                  <a:pt x="1743300" y="0"/>
                </a:lnTo>
                <a:lnTo>
                  <a:pt x="2027838" y="0"/>
                </a:lnTo>
                <a:cubicBezTo>
                  <a:pt x="2155214" y="0"/>
                  <a:pt x="2258473" y="103259"/>
                  <a:pt x="2258473" y="230635"/>
                </a:cubicBezTo>
                <a:lnTo>
                  <a:pt x="2258473" y="4623552"/>
                </a:lnTo>
                <a:cubicBezTo>
                  <a:pt x="2258473" y="4750928"/>
                  <a:pt x="2155214" y="4854187"/>
                  <a:pt x="2027838" y="4854187"/>
                </a:cubicBezTo>
                <a:lnTo>
                  <a:pt x="230635" y="4854187"/>
                </a:lnTo>
                <a:cubicBezTo>
                  <a:pt x="103259" y="4854187"/>
                  <a:pt x="0" y="4750928"/>
                  <a:pt x="0" y="4623552"/>
                </a:cubicBezTo>
                <a:lnTo>
                  <a:pt x="0" y="230635"/>
                </a:lnTo>
                <a:cubicBezTo>
                  <a:pt x="0" y="103259"/>
                  <a:pt x="103259" y="0"/>
                  <a:pt x="230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25" name="Image 2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2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6458338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458338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079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E"/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948996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79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et sous titr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7556500" y="0"/>
            <a:ext cx="4635499" cy="685800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65334FF-3A4C-974A-97E5-F7DC10DF25A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6726" y="0"/>
            <a:ext cx="4673310" cy="6200775"/>
          </a:xfr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 txBox="1">
            <a:spLocks/>
          </p:cNvSpPr>
          <p:nvPr userDrawn="1"/>
        </p:nvSpPr>
        <p:spPr>
          <a:xfrm>
            <a:off x="893826" y="681037"/>
            <a:ext cx="9860610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E"/>
          </a:p>
        </p:txBody>
      </p:sp>
      <p:sp>
        <p:nvSpPr>
          <p:cNvPr id="16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95440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95440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0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- Titre Sous Titre Contenu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636585" y="450850"/>
            <a:ext cx="5955349" cy="6516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948996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3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Titre Sous Titre Contenu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CFFC089-E385-9646-A531-68499D21C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5862" y="9236"/>
            <a:ext cx="4656137" cy="6858000"/>
          </a:xfrm>
          <a:custGeom>
            <a:avLst/>
            <a:gdLst>
              <a:gd name="connsiteX0" fmla="*/ 0 w 4656137"/>
              <a:gd name="connsiteY0" fmla="*/ 0 h 6858000"/>
              <a:gd name="connsiteX1" fmla="*/ 4656137 w 4656137"/>
              <a:gd name="connsiteY1" fmla="*/ 0 h 6858000"/>
              <a:gd name="connsiteX2" fmla="*/ 4656137 w 4656137"/>
              <a:gd name="connsiteY2" fmla="*/ 6858000 h 6858000"/>
              <a:gd name="connsiteX3" fmla="*/ 3816351 w 4656137"/>
              <a:gd name="connsiteY3" fmla="*/ 6858000 h 6858000"/>
              <a:gd name="connsiteX4" fmla="*/ 3816351 w 4656137"/>
              <a:gd name="connsiteY4" fmla="*/ 4152900 h 6858000"/>
              <a:gd name="connsiteX5" fmla="*/ 2471738 w 4656137"/>
              <a:gd name="connsiteY5" fmla="*/ 4152900 h 6858000"/>
              <a:gd name="connsiteX6" fmla="*/ 2471738 w 4656137"/>
              <a:gd name="connsiteY6" fmla="*/ 6858000 h 6858000"/>
              <a:gd name="connsiteX7" fmla="*/ 0 w 4656137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6137" h="6858000">
                <a:moveTo>
                  <a:pt x="0" y="0"/>
                </a:moveTo>
                <a:lnTo>
                  <a:pt x="4656137" y="0"/>
                </a:lnTo>
                <a:lnTo>
                  <a:pt x="4656137" y="6858000"/>
                </a:lnTo>
                <a:lnTo>
                  <a:pt x="3816351" y="6858000"/>
                </a:lnTo>
                <a:lnTo>
                  <a:pt x="3816351" y="4152900"/>
                </a:lnTo>
                <a:lnTo>
                  <a:pt x="2471738" y="4152900"/>
                </a:lnTo>
                <a:lnTo>
                  <a:pt x="24717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110C7-2D64-9C49-AD9D-79BCF5F695F8}"/>
              </a:ext>
            </a:extLst>
          </p:cNvPr>
          <p:cNvSpPr/>
          <p:nvPr userDrawn="1"/>
        </p:nvSpPr>
        <p:spPr>
          <a:xfrm>
            <a:off x="10006886" y="4152900"/>
            <a:ext cx="1365648" cy="2705100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954400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95440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5954400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182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19940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19638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936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ous titre et contenu 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6816725" y="0"/>
            <a:ext cx="5375276" cy="6858001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519940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519638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5199405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52539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396114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979287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5167901" y="0"/>
            <a:ext cx="7024099" cy="6860512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3963446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9" y="1992313"/>
            <a:ext cx="3961145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3963445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65524208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8BEA1AD-12C5-41F3-B372-12C0C979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40" y="454308"/>
            <a:ext cx="2153124" cy="268535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B8E02-1BDD-DC49-8A59-07D0A77328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00769" y="4234196"/>
            <a:ext cx="2398018" cy="1966579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A6E807-610D-F04F-8120-0875A1E36B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8944" y="4234196"/>
            <a:ext cx="2398018" cy="1966579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53AB398-C6B0-9A45-B9C8-B098CA44C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4195" y="4234196"/>
            <a:ext cx="2409042" cy="1966579"/>
          </a:xfrm>
        </p:spPr>
        <p:txBody>
          <a:bodyPr/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0E20A7A-2939-440F-8B0E-8F35EB4653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54195" y="657225"/>
            <a:ext cx="2398018" cy="341312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42A6960-56A2-47E2-B561-B411AEA80C0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58944" y="657225"/>
            <a:ext cx="2398018" cy="341312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5212356-98DF-4FEA-B89E-6D8357FC4D3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800769" y="657225"/>
            <a:ext cx="2398018" cy="341312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5732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hoto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59128" y="1539310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711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ous titre photo tex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9F78C4-317C-4842-A062-EBCABB091F98}"/>
              </a:ext>
            </a:extLst>
          </p:cNvPr>
          <p:cNvSpPr/>
          <p:nvPr userDrawn="1"/>
        </p:nvSpPr>
        <p:spPr>
          <a:xfrm>
            <a:off x="7173914" y="657224"/>
            <a:ext cx="4133738" cy="5601907"/>
          </a:xfrm>
          <a:prstGeom prst="rect">
            <a:avLst/>
          </a:prstGeom>
          <a:gradFill>
            <a:gsLst>
              <a:gs pos="0">
                <a:srgbClr val="EF7D00"/>
              </a:gs>
              <a:gs pos="90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59128" y="1539310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559EC23-9551-428F-B44D-4B943D114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800" y="2194282"/>
            <a:ext cx="11506200" cy="4689475"/>
          </a:xfrm>
          <a:custGeom>
            <a:avLst/>
            <a:gdLst>
              <a:gd name="connsiteX0" fmla="*/ 0 w 10704512"/>
              <a:gd name="connsiteY0" fmla="*/ 0 h 4689475"/>
              <a:gd name="connsiteX1" fmla="*/ 6048375 w 10704512"/>
              <a:gd name="connsiteY1" fmla="*/ 0 h 4689475"/>
              <a:gd name="connsiteX2" fmla="*/ 6048375 w 10704512"/>
              <a:gd name="connsiteY2" fmla="*/ 4050251 h 4689475"/>
              <a:gd name="connsiteX3" fmla="*/ 9864725 w 10704512"/>
              <a:gd name="connsiteY3" fmla="*/ 4050251 h 4689475"/>
              <a:gd name="connsiteX4" fmla="*/ 9864725 w 10704512"/>
              <a:gd name="connsiteY4" fmla="*/ 0 h 4689475"/>
              <a:gd name="connsiteX5" fmla="*/ 10704512 w 10704512"/>
              <a:gd name="connsiteY5" fmla="*/ 0 h 4689475"/>
              <a:gd name="connsiteX6" fmla="*/ 10704512 w 10704512"/>
              <a:gd name="connsiteY6" fmla="*/ 4689475 h 4689475"/>
              <a:gd name="connsiteX7" fmla="*/ 0 w 10704512"/>
              <a:gd name="connsiteY7" fmla="*/ 4689475 h 468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04512" h="4689475">
                <a:moveTo>
                  <a:pt x="0" y="0"/>
                </a:moveTo>
                <a:lnTo>
                  <a:pt x="6048375" y="0"/>
                </a:lnTo>
                <a:lnTo>
                  <a:pt x="6048375" y="4050251"/>
                </a:lnTo>
                <a:lnTo>
                  <a:pt x="9864725" y="4050251"/>
                </a:lnTo>
                <a:lnTo>
                  <a:pt x="9864725" y="0"/>
                </a:lnTo>
                <a:lnTo>
                  <a:pt x="10704512" y="0"/>
                </a:lnTo>
                <a:lnTo>
                  <a:pt x="10704512" y="4689475"/>
                </a:lnTo>
                <a:lnTo>
                  <a:pt x="0" y="46894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Espace réservé du pied de page 4"/>
          <p:cNvSpPr txBox="1">
            <a:spLocks/>
          </p:cNvSpPr>
          <p:nvPr userDrawn="1"/>
        </p:nvSpPr>
        <p:spPr bwMode="gray">
          <a:xfrm>
            <a:off x="531466" y="6489329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rgbClr val="4646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7"/>
          </p:nvPr>
        </p:nvSpPr>
        <p:spPr>
          <a:xfrm>
            <a:off x="636587" y="437972"/>
            <a:ext cx="64583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6458338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21485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>
          <p15:clr>
            <a:srgbClr val="FBAE4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13541-6693-4E84-B19C-0A1BC33C1344}"/>
              </a:ext>
            </a:extLst>
          </p:cNvPr>
          <p:cNvSpPr/>
          <p:nvPr userDrawn="1"/>
        </p:nvSpPr>
        <p:spPr>
          <a:xfrm>
            <a:off x="9390062" y="-35100"/>
            <a:ext cx="2801937" cy="6893100"/>
          </a:xfrm>
          <a:prstGeom prst="rect">
            <a:avLst/>
          </a:prstGeom>
          <a:gradFill>
            <a:gsLst>
              <a:gs pos="0">
                <a:srgbClr val="EF7D00"/>
              </a:gs>
              <a:gs pos="93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15886D-3C80-41CF-BBA2-1A8AE793DFAF}"/>
              </a:ext>
            </a:extLst>
          </p:cNvPr>
          <p:cNvSpPr/>
          <p:nvPr userDrawn="1"/>
        </p:nvSpPr>
        <p:spPr>
          <a:xfrm>
            <a:off x="7535863" y="657225"/>
            <a:ext cx="3816350" cy="556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B45F49A-44CD-0047-BC9C-8C0C9D4BF2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42237" y="1438578"/>
            <a:ext cx="2562275" cy="379738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0605A5B-60BF-4F8C-8136-F4BA6D9408C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7488" y="0"/>
            <a:ext cx="7902575" cy="6858000"/>
          </a:xfrm>
          <a:custGeom>
            <a:avLst/>
            <a:gdLst>
              <a:gd name="connsiteX0" fmla="*/ 0 w 7902575"/>
              <a:gd name="connsiteY0" fmla="*/ 0 h 6858000"/>
              <a:gd name="connsiteX1" fmla="*/ 7902575 w 7902575"/>
              <a:gd name="connsiteY1" fmla="*/ 0 h 6858000"/>
              <a:gd name="connsiteX2" fmla="*/ 7902575 w 7902575"/>
              <a:gd name="connsiteY2" fmla="*/ 657225 h 6858000"/>
              <a:gd name="connsiteX3" fmla="*/ 6048375 w 7902575"/>
              <a:gd name="connsiteY3" fmla="*/ 657225 h 6858000"/>
              <a:gd name="connsiteX4" fmla="*/ 6048375 w 7902575"/>
              <a:gd name="connsiteY4" fmla="*/ 6218775 h 6858000"/>
              <a:gd name="connsiteX5" fmla="*/ 7902575 w 7902575"/>
              <a:gd name="connsiteY5" fmla="*/ 6218775 h 6858000"/>
              <a:gd name="connsiteX6" fmla="*/ 7902575 w 7902575"/>
              <a:gd name="connsiteY6" fmla="*/ 6858000 h 6858000"/>
              <a:gd name="connsiteX7" fmla="*/ 0 w 790257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02575" h="6858000">
                <a:moveTo>
                  <a:pt x="0" y="0"/>
                </a:moveTo>
                <a:lnTo>
                  <a:pt x="7902575" y="0"/>
                </a:lnTo>
                <a:lnTo>
                  <a:pt x="7902575" y="657225"/>
                </a:lnTo>
                <a:lnTo>
                  <a:pt x="6048375" y="657225"/>
                </a:lnTo>
                <a:lnTo>
                  <a:pt x="6048375" y="6218775"/>
                </a:lnTo>
                <a:lnTo>
                  <a:pt x="7902575" y="6218775"/>
                </a:lnTo>
                <a:lnTo>
                  <a:pt x="79025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0592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FBAE40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3368842" y="1992313"/>
            <a:ext cx="8204033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097806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0" y="0"/>
            <a:ext cx="2979488" cy="6858000"/>
          </a:xfrm>
          <a:prstGeom prst="rect">
            <a:avLst/>
          </a:prstGeom>
          <a:gradFill>
            <a:gsLst>
              <a:gs pos="22000">
                <a:srgbClr val="D5121E"/>
              </a:gs>
              <a:gs pos="100000">
                <a:srgbClr val="EF7D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bg-BG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3368842" y="1992313"/>
            <a:ext cx="8204033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706984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-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7017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7017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42758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42758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38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- Sous-titre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82D3E3-7502-AE4B-8404-45C5A4F94FB3}"/>
              </a:ext>
            </a:extLst>
          </p:cNvPr>
          <p:cNvSpPr/>
          <p:nvPr userDrawn="1"/>
        </p:nvSpPr>
        <p:spPr>
          <a:xfrm>
            <a:off x="1487489" y="657225"/>
            <a:ext cx="1687974" cy="5543550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265B155-2B11-1647-853E-EE8EB8E6E2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7017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52B4F-3C6C-6148-9BA0-9679D88489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7017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53085C-E49A-6E42-8A62-48DC181E32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42758" y="2168525"/>
            <a:ext cx="2909455" cy="587375"/>
          </a:xfrm>
        </p:spPr>
        <p:txBody>
          <a:bodyPr/>
          <a:lstStyle>
            <a:lvl1pPr>
              <a:defRPr sz="2400" b="0">
                <a:gradFill>
                  <a:gsLst>
                    <a:gs pos="0">
                      <a:srgbClr val="D5121E"/>
                    </a:gs>
                    <a:gs pos="100000">
                      <a:srgbClr val="EF7D00"/>
                    </a:gs>
                  </a:gsLst>
                  <a:lin ang="3600000" scaled="0"/>
                </a:gra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72FD7D-6908-FA41-919E-8DAA1C05CC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42758" y="3059113"/>
            <a:ext cx="2909455" cy="314166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0ED8995-FBDA-8841-8031-C5D84B7772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787527" y="2036763"/>
            <a:ext cx="2784474" cy="2784474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Photo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6"/>
          <p:cNvSpPr>
            <a:spLocks noGrp="1"/>
          </p:cNvSpPr>
          <p:nvPr>
            <p:ph type="body" sz="quarter" idx="19"/>
          </p:nvPr>
        </p:nvSpPr>
        <p:spPr>
          <a:xfrm>
            <a:off x="3481137" y="437972"/>
            <a:ext cx="809173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20"/>
          </p:nvPr>
        </p:nvSpPr>
        <p:spPr>
          <a:xfrm>
            <a:off x="3481080" y="1098550"/>
            <a:ext cx="8091577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06464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17495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81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7DB5641-68BB-0245-B87A-B4836D1682AD}"/>
              </a:ext>
            </a:extLst>
          </p:cNvPr>
          <p:cNvSpPr/>
          <p:nvPr userDrawn="1"/>
        </p:nvSpPr>
        <p:spPr>
          <a:xfrm>
            <a:off x="9410007" y="4156364"/>
            <a:ext cx="2781993" cy="2701636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5DD7C910-3550-4D46-A9B7-36E0A566AF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6546" y="2230866"/>
            <a:ext cx="3995667" cy="3995667"/>
          </a:xfrm>
          <a:prstGeom prst="ellipse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Photo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10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617495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384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462913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DFF78C-75D2-1243-BD77-22B3E702AFF2}"/>
              </a:ext>
            </a:extLst>
          </p:cNvPr>
          <p:cNvSpPr/>
          <p:nvPr userDrawn="1"/>
        </p:nvSpPr>
        <p:spPr>
          <a:xfrm>
            <a:off x="8063345" y="6003636"/>
            <a:ext cx="4128655" cy="854364"/>
          </a:xfrm>
          <a:prstGeom prst="rect">
            <a:avLst/>
          </a:prstGeom>
          <a:gradFill>
            <a:gsLst>
              <a:gs pos="0">
                <a:srgbClr val="FEB794"/>
              </a:gs>
              <a:gs pos="52000">
                <a:srgbClr val="EF7D00"/>
              </a:gs>
              <a:gs pos="9700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00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7097" y="6200775"/>
            <a:ext cx="1659003" cy="580955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900">
                <a:solidFill>
                  <a:srgbClr val="4646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texte 6"/>
          <p:cNvSpPr>
            <a:spLocks noGrp="1"/>
          </p:cNvSpPr>
          <p:nvPr>
            <p:ph type="body" sz="quarter" idx="16"/>
          </p:nvPr>
        </p:nvSpPr>
        <p:spPr>
          <a:xfrm>
            <a:off x="636587" y="437972"/>
            <a:ext cx="10936288" cy="647700"/>
          </a:xfrm>
        </p:spPr>
        <p:txBody>
          <a:bodyPr/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</a:t>
            </a:r>
            <a:endParaRPr lang="en-GB"/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636588" y="1098550"/>
            <a:ext cx="10936070" cy="600075"/>
          </a:xfrm>
        </p:spPr>
        <p:txBody>
          <a:bodyPr/>
          <a:lstStyle>
            <a:lvl1pPr>
              <a:defRPr lang="fr-FR" sz="2000" b="0" kern="1200" dirty="0" smtClean="0">
                <a:gradFill>
                  <a:gsLst>
                    <a:gs pos="100000">
                      <a:srgbClr val="EF7D00"/>
                    </a:gs>
                    <a:gs pos="0">
                      <a:srgbClr val="D5121E"/>
                    </a:gs>
                  </a:gsLst>
                  <a:lin ang="3600000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642938" y="1992313"/>
            <a:ext cx="10929937" cy="43259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315285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DCF4E-B2F3-4B01-89BE-F252BAC097DD}"/>
              </a:ext>
            </a:extLst>
          </p:cNvPr>
          <p:cNvSpPr/>
          <p:nvPr userDrawn="1"/>
        </p:nvSpPr>
        <p:spPr>
          <a:xfrm>
            <a:off x="1519599" y="1284316"/>
            <a:ext cx="9152803" cy="4289369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843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  <p15:guide id="3" pos="4747">
          <p15:clr>
            <a:srgbClr val="FBAE40"/>
          </p15:clr>
        </p15:guide>
      </p15:sldGuideLst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9CA2572-4BDE-4D44-B92E-B693EC1BC929}"/>
              </a:ext>
            </a:extLst>
          </p:cNvPr>
          <p:cNvSpPr/>
          <p:nvPr userDrawn="1"/>
        </p:nvSpPr>
        <p:spPr>
          <a:xfrm>
            <a:off x="0" y="1808163"/>
            <a:ext cx="6816725" cy="5049837"/>
          </a:xfrm>
          <a:prstGeom prst="rect">
            <a:avLst/>
          </a:prstGeom>
          <a:gradFill>
            <a:gsLst>
              <a:gs pos="100000">
                <a:srgbClr val="EF7D00"/>
              </a:gs>
              <a:gs pos="0">
                <a:srgbClr val="D5121E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92C1B-0FD7-4753-8310-5EDF66707C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7488" y="2168525"/>
            <a:ext cx="4468469" cy="4032250"/>
          </a:xfrm>
          <a:noFill/>
        </p:spPr>
        <p:txBody>
          <a:bodyPr wrap="square" tIns="180000" bIns="72000" anchor="ctr" anchorCtr="0">
            <a:noAutofit/>
          </a:bodyPr>
          <a:lstStyle>
            <a:lvl1pPr algn="l">
              <a:lnSpc>
                <a:spcPct val="100000"/>
              </a:lnSpc>
              <a:defRPr sz="6000" b="1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B008BB-81C3-E849-9F20-8F3A061DEF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9514" y="0"/>
            <a:ext cx="8052486" cy="6858000"/>
          </a:xfrm>
          <a:custGeom>
            <a:avLst/>
            <a:gdLst>
              <a:gd name="connsiteX0" fmla="*/ 0 w 8052486"/>
              <a:gd name="connsiteY0" fmla="*/ 0 h 6858000"/>
              <a:gd name="connsiteX1" fmla="*/ 8052486 w 8052486"/>
              <a:gd name="connsiteY1" fmla="*/ 0 h 6858000"/>
              <a:gd name="connsiteX2" fmla="*/ 8052486 w 8052486"/>
              <a:gd name="connsiteY2" fmla="*/ 6858000 h 6858000"/>
              <a:gd name="connsiteX3" fmla="*/ 2677211 w 8052486"/>
              <a:gd name="connsiteY3" fmla="*/ 6858000 h 6858000"/>
              <a:gd name="connsiteX4" fmla="*/ 2677211 w 8052486"/>
              <a:gd name="connsiteY4" fmla="*/ 1808163 h 6858000"/>
              <a:gd name="connsiteX5" fmla="*/ 0 w 8052486"/>
              <a:gd name="connsiteY5" fmla="*/ 180816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52486" h="6858000">
                <a:moveTo>
                  <a:pt x="0" y="0"/>
                </a:moveTo>
                <a:lnTo>
                  <a:pt x="8052486" y="0"/>
                </a:lnTo>
                <a:lnTo>
                  <a:pt x="8052486" y="6858000"/>
                </a:lnTo>
                <a:lnTo>
                  <a:pt x="2677211" y="6858000"/>
                </a:lnTo>
                <a:lnTo>
                  <a:pt x="2677211" y="1808163"/>
                </a:lnTo>
                <a:lnTo>
                  <a:pt x="0" y="18081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387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9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4.xml"/><Relationship Id="rId55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41" Type="http://schemas.openxmlformats.org/officeDocument/2006/relationships/slideLayout" Target="../slideLayouts/slideLayout95.xml"/><Relationship Id="rId54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9.xml"/><Relationship Id="rId53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90.xml"/><Relationship Id="rId49" Type="http://schemas.openxmlformats.org/officeDocument/2006/relationships/slideLayout" Target="../slideLayouts/slideLayout103.xml"/><Relationship Id="rId57" Type="http://schemas.openxmlformats.org/officeDocument/2006/relationships/image" Target="../media/image11.png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4" Type="http://schemas.openxmlformats.org/officeDocument/2006/relationships/slideLayout" Target="../slideLayouts/slideLayout98.xml"/><Relationship Id="rId52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102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2.xml"/><Relationship Id="rId18" Type="http://schemas.openxmlformats.org/officeDocument/2006/relationships/slideLayout" Target="../slideLayouts/slideLayout127.xml"/><Relationship Id="rId26" Type="http://schemas.openxmlformats.org/officeDocument/2006/relationships/slideLayout" Target="../slideLayouts/slideLayout135.xml"/><Relationship Id="rId39" Type="http://schemas.openxmlformats.org/officeDocument/2006/relationships/slideLayout" Target="../slideLayouts/slideLayout148.xml"/><Relationship Id="rId21" Type="http://schemas.openxmlformats.org/officeDocument/2006/relationships/slideLayout" Target="../slideLayouts/slideLayout130.xml"/><Relationship Id="rId34" Type="http://schemas.openxmlformats.org/officeDocument/2006/relationships/slideLayout" Target="../slideLayouts/slideLayout143.xml"/><Relationship Id="rId42" Type="http://schemas.openxmlformats.org/officeDocument/2006/relationships/slideLayout" Target="../slideLayouts/slideLayout151.xml"/><Relationship Id="rId47" Type="http://schemas.openxmlformats.org/officeDocument/2006/relationships/slideLayout" Target="../slideLayouts/slideLayout156.xml"/><Relationship Id="rId50" Type="http://schemas.openxmlformats.org/officeDocument/2006/relationships/slideLayout" Target="../slideLayouts/slideLayout159.xml"/><Relationship Id="rId55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6.xml"/><Relationship Id="rId25" Type="http://schemas.openxmlformats.org/officeDocument/2006/relationships/slideLayout" Target="../slideLayouts/slideLayout134.xml"/><Relationship Id="rId33" Type="http://schemas.openxmlformats.org/officeDocument/2006/relationships/slideLayout" Target="../slideLayouts/slideLayout142.xml"/><Relationship Id="rId38" Type="http://schemas.openxmlformats.org/officeDocument/2006/relationships/slideLayout" Target="../slideLayouts/slideLayout147.xml"/><Relationship Id="rId46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11.xml"/><Relationship Id="rId16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129.xml"/><Relationship Id="rId29" Type="http://schemas.openxmlformats.org/officeDocument/2006/relationships/slideLayout" Target="../slideLayouts/slideLayout138.xml"/><Relationship Id="rId41" Type="http://schemas.openxmlformats.org/officeDocument/2006/relationships/slideLayout" Target="../slideLayouts/slideLayout150.xml"/><Relationship Id="rId54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24" Type="http://schemas.openxmlformats.org/officeDocument/2006/relationships/slideLayout" Target="../slideLayouts/slideLayout133.xml"/><Relationship Id="rId32" Type="http://schemas.openxmlformats.org/officeDocument/2006/relationships/slideLayout" Target="../slideLayouts/slideLayout141.xml"/><Relationship Id="rId37" Type="http://schemas.openxmlformats.org/officeDocument/2006/relationships/slideLayout" Target="../slideLayouts/slideLayout146.xml"/><Relationship Id="rId40" Type="http://schemas.openxmlformats.org/officeDocument/2006/relationships/slideLayout" Target="../slideLayouts/slideLayout149.xml"/><Relationship Id="rId45" Type="http://schemas.openxmlformats.org/officeDocument/2006/relationships/slideLayout" Target="../slideLayouts/slideLayout154.xml"/><Relationship Id="rId53" Type="http://schemas.openxmlformats.org/officeDocument/2006/relationships/slideLayout" Target="../slideLayouts/slideLayout162.xml"/><Relationship Id="rId58" Type="http://schemas.openxmlformats.org/officeDocument/2006/relationships/image" Target="../media/image11.png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23" Type="http://schemas.openxmlformats.org/officeDocument/2006/relationships/slideLayout" Target="../slideLayouts/slideLayout132.xml"/><Relationship Id="rId28" Type="http://schemas.openxmlformats.org/officeDocument/2006/relationships/slideLayout" Target="../slideLayouts/slideLayout137.xml"/><Relationship Id="rId36" Type="http://schemas.openxmlformats.org/officeDocument/2006/relationships/slideLayout" Target="../slideLayouts/slideLayout145.xml"/><Relationship Id="rId49" Type="http://schemas.openxmlformats.org/officeDocument/2006/relationships/slideLayout" Target="../slideLayouts/slideLayout158.xml"/><Relationship Id="rId57" Type="http://schemas.openxmlformats.org/officeDocument/2006/relationships/theme" Target="../theme/theme3.xml"/><Relationship Id="rId10" Type="http://schemas.openxmlformats.org/officeDocument/2006/relationships/slideLayout" Target="../slideLayouts/slideLayout119.xml"/><Relationship Id="rId19" Type="http://schemas.openxmlformats.org/officeDocument/2006/relationships/slideLayout" Target="../slideLayouts/slideLayout128.xml"/><Relationship Id="rId31" Type="http://schemas.openxmlformats.org/officeDocument/2006/relationships/slideLayout" Target="../slideLayouts/slideLayout140.xml"/><Relationship Id="rId44" Type="http://schemas.openxmlformats.org/officeDocument/2006/relationships/slideLayout" Target="../slideLayouts/slideLayout153.xml"/><Relationship Id="rId52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131.xml"/><Relationship Id="rId27" Type="http://schemas.openxmlformats.org/officeDocument/2006/relationships/slideLayout" Target="../slideLayouts/slideLayout136.xml"/><Relationship Id="rId30" Type="http://schemas.openxmlformats.org/officeDocument/2006/relationships/slideLayout" Target="../slideLayouts/slideLayout139.xml"/><Relationship Id="rId35" Type="http://schemas.openxmlformats.org/officeDocument/2006/relationships/slideLayout" Target="../slideLayouts/slideLayout144.xml"/><Relationship Id="rId43" Type="http://schemas.openxmlformats.org/officeDocument/2006/relationships/slideLayout" Target="../slideLayouts/slideLayout152.xml"/><Relationship Id="rId48" Type="http://schemas.openxmlformats.org/officeDocument/2006/relationships/slideLayout" Target="../slideLayouts/slideLayout157.xml"/><Relationship Id="rId56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17.xml"/><Relationship Id="rId51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1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8.xml"/><Relationship Id="rId18" Type="http://schemas.openxmlformats.org/officeDocument/2006/relationships/slideLayout" Target="../slideLayouts/slideLayout183.xml"/><Relationship Id="rId26" Type="http://schemas.openxmlformats.org/officeDocument/2006/relationships/slideLayout" Target="../slideLayouts/slideLayout191.xml"/><Relationship Id="rId39" Type="http://schemas.openxmlformats.org/officeDocument/2006/relationships/slideLayout" Target="../slideLayouts/slideLayout204.xml"/><Relationship Id="rId21" Type="http://schemas.openxmlformats.org/officeDocument/2006/relationships/slideLayout" Target="../slideLayouts/slideLayout186.xml"/><Relationship Id="rId34" Type="http://schemas.openxmlformats.org/officeDocument/2006/relationships/slideLayout" Target="../slideLayouts/slideLayout199.xml"/><Relationship Id="rId42" Type="http://schemas.openxmlformats.org/officeDocument/2006/relationships/slideLayout" Target="../slideLayouts/slideLayout207.xml"/><Relationship Id="rId47" Type="http://schemas.openxmlformats.org/officeDocument/2006/relationships/slideLayout" Target="../slideLayouts/slideLayout212.xml"/><Relationship Id="rId50" Type="http://schemas.openxmlformats.org/officeDocument/2006/relationships/slideLayout" Target="../slideLayouts/slideLayout215.xml"/><Relationship Id="rId55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7.xml"/><Relationship Id="rId17" Type="http://schemas.openxmlformats.org/officeDocument/2006/relationships/slideLayout" Target="../slideLayouts/slideLayout182.xml"/><Relationship Id="rId25" Type="http://schemas.openxmlformats.org/officeDocument/2006/relationships/slideLayout" Target="../slideLayouts/slideLayout190.xml"/><Relationship Id="rId33" Type="http://schemas.openxmlformats.org/officeDocument/2006/relationships/slideLayout" Target="../slideLayouts/slideLayout198.xml"/><Relationship Id="rId38" Type="http://schemas.openxmlformats.org/officeDocument/2006/relationships/slideLayout" Target="../slideLayouts/slideLayout203.xml"/><Relationship Id="rId46" Type="http://schemas.openxmlformats.org/officeDocument/2006/relationships/slideLayout" Target="../slideLayouts/slideLayout211.xml"/><Relationship Id="rId2" Type="http://schemas.openxmlformats.org/officeDocument/2006/relationships/slideLayout" Target="../slideLayouts/slideLayout167.xml"/><Relationship Id="rId16" Type="http://schemas.openxmlformats.org/officeDocument/2006/relationships/slideLayout" Target="../slideLayouts/slideLayout181.xml"/><Relationship Id="rId20" Type="http://schemas.openxmlformats.org/officeDocument/2006/relationships/slideLayout" Target="../slideLayouts/slideLayout185.xml"/><Relationship Id="rId29" Type="http://schemas.openxmlformats.org/officeDocument/2006/relationships/slideLayout" Target="../slideLayouts/slideLayout194.xml"/><Relationship Id="rId41" Type="http://schemas.openxmlformats.org/officeDocument/2006/relationships/slideLayout" Target="../slideLayouts/slideLayout206.xml"/><Relationship Id="rId54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24" Type="http://schemas.openxmlformats.org/officeDocument/2006/relationships/slideLayout" Target="../slideLayouts/slideLayout189.xml"/><Relationship Id="rId32" Type="http://schemas.openxmlformats.org/officeDocument/2006/relationships/slideLayout" Target="../slideLayouts/slideLayout197.xml"/><Relationship Id="rId37" Type="http://schemas.openxmlformats.org/officeDocument/2006/relationships/slideLayout" Target="../slideLayouts/slideLayout202.xml"/><Relationship Id="rId40" Type="http://schemas.openxmlformats.org/officeDocument/2006/relationships/slideLayout" Target="../slideLayouts/slideLayout205.xml"/><Relationship Id="rId45" Type="http://schemas.openxmlformats.org/officeDocument/2006/relationships/slideLayout" Target="../slideLayouts/slideLayout210.xml"/><Relationship Id="rId53" Type="http://schemas.openxmlformats.org/officeDocument/2006/relationships/slideLayout" Target="../slideLayouts/slideLayout218.xml"/><Relationship Id="rId58" Type="http://schemas.openxmlformats.org/officeDocument/2006/relationships/image" Target="../media/image11.png"/><Relationship Id="rId5" Type="http://schemas.openxmlformats.org/officeDocument/2006/relationships/slideLayout" Target="../slideLayouts/slideLayout170.xml"/><Relationship Id="rId15" Type="http://schemas.openxmlformats.org/officeDocument/2006/relationships/slideLayout" Target="../slideLayouts/slideLayout180.xml"/><Relationship Id="rId23" Type="http://schemas.openxmlformats.org/officeDocument/2006/relationships/slideLayout" Target="../slideLayouts/slideLayout188.xml"/><Relationship Id="rId28" Type="http://schemas.openxmlformats.org/officeDocument/2006/relationships/slideLayout" Target="../slideLayouts/slideLayout193.xml"/><Relationship Id="rId36" Type="http://schemas.openxmlformats.org/officeDocument/2006/relationships/slideLayout" Target="../slideLayouts/slideLayout201.xml"/><Relationship Id="rId49" Type="http://schemas.openxmlformats.org/officeDocument/2006/relationships/slideLayout" Target="../slideLayouts/slideLayout214.xml"/><Relationship Id="rId57" Type="http://schemas.openxmlformats.org/officeDocument/2006/relationships/theme" Target="../theme/theme4.xml"/><Relationship Id="rId10" Type="http://schemas.openxmlformats.org/officeDocument/2006/relationships/slideLayout" Target="../slideLayouts/slideLayout175.xml"/><Relationship Id="rId19" Type="http://schemas.openxmlformats.org/officeDocument/2006/relationships/slideLayout" Target="../slideLayouts/slideLayout184.xml"/><Relationship Id="rId31" Type="http://schemas.openxmlformats.org/officeDocument/2006/relationships/slideLayout" Target="../slideLayouts/slideLayout196.xml"/><Relationship Id="rId44" Type="http://schemas.openxmlformats.org/officeDocument/2006/relationships/slideLayout" Target="../slideLayouts/slideLayout209.xml"/><Relationship Id="rId52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slideLayout" Target="../slideLayouts/slideLayout179.xml"/><Relationship Id="rId22" Type="http://schemas.openxmlformats.org/officeDocument/2006/relationships/slideLayout" Target="../slideLayouts/slideLayout187.xml"/><Relationship Id="rId27" Type="http://schemas.openxmlformats.org/officeDocument/2006/relationships/slideLayout" Target="../slideLayouts/slideLayout192.xml"/><Relationship Id="rId30" Type="http://schemas.openxmlformats.org/officeDocument/2006/relationships/slideLayout" Target="../slideLayouts/slideLayout195.xml"/><Relationship Id="rId35" Type="http://schemas.openxmlformats.org/officeDocument/2006/relationships/slideLayout" Target="../slideLayouts/slideLayout200.xml"/><Relationship Id="rId43" Type="http://schemas.openxmlformats.org/officeDocument/2006/relationships/slideLayout" Target="../slideLayouts/slideLayout208.xml"/><Relationship Id="rId48" Type="http://schemas.openxmlformats.org/officeDocument/2006/relationships/slideLayout" Target="../slideLayouts/slideLayout213.xml"/><Relationship Id="rId56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173.xml"/><Relationship Id="rId51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1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39.xml"/><Relationship Id="rId26" Type="http://schemas.openxmlformats.org/officeDocument/2006/relationships/slideLayout" Target="../slideLayouts/slideLayout247.xml"/><Relationship Id="rId39" Type="http://schemas.openxmlformats.org/officeDocument/2006/relationships/image" Target="../media/image11.png"/><Relationship Id="rId3" Type="http://schemas.openxmlformats.org/officeDocument/2006/relationships/slideLayout" Target="../slideLayouts/slideLayout224.xml"/><Relationship Id="rId21" Type="http://schemas.openxmlformats.org/officeDocument/2006/relationships/slideLayout" Target="../slideLayouts/slideLayout242.xml"/><Relationship Id="rId34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38.xml"/><Relationship Id="rId25" Type="http://schemas.openxmlformats.org/officeDocument/2006/relationships/slideLayout" Target="../slideLayouts/slideLayout246.xml"/><Relationship Id="rId33" Type="http://schemas.openxmlformats.org/officeDocument/2006/relationships/slideLayout" Target="../slideLayouts/slideLayout254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223.xml"/><Relationship Id="rId16" Type="http://schemas.openxmlformats.org/officeDocument/2006/relationships/slideLayout" Target="../slideLayouts/slideLayout237.xml"/><Relationship Id="rId20" Type="http://schemas.openxmlformats.org/officeDocument/2006/relationships/slideLayout" Target="../slideLayouts/slideLayout241.xml"/><Relationship Id="rId29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24" Type="http://schemas.openxmlformats.org/officeDocument/2006/relationships/slideLayout" Target="../slideLayouts/slideLayout245.xml"/><Relationship Id="rId32" Type="http://schemas.openxmlformats.org/officeDocument/2006/relationships/slideLayout" Target="../slideLayouts/slideLayout253.xml"/><Relationship Id="rId37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26.xml"/><Relationship Id="rId15" Type="http://schemas.openxmlformats.org/officeDocument/2006/relationships/slideLayout" Target="../slideLayouts/slideLayout236.xml"/><Relationship Id="rId23" Type="http://schemas.openxmlformats.org/officeDocument/2006/relationships/slideLayout" Target="../slideLayouts/slideLayout244.xml"/><Relationship Id="rId28" Type="http://schemas.openxmlformats.org/officeDocument/2006/relationships/slideLayout" Target="../slideLayouts/slideLayout249.xml"/><Relationship Id="rId36" Type="http://schemas.openxmlformats.org/officeDocument/2006/relationships/slideLayout" Target="../slideLayouts/slideLayout257.xml"/><Relationship Id="rId10" Type="http://schemas.openxmlformats.org/officeDocument/2006/relationships/slideLayout" Target="../slideLayouts/slideLayout231.xml"/><Relationship Id="rId19" Type="http://schemas.openxmlformats.org/officeDocument/2006/relationships/slideLayout" Target="../slideLayouts/slideLayout240.xml"/><Relationship Id="rId31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35.xml"/><Relationship Id="rId22" Type="http://schemas.openxmlformats.org/officeDocument/2006/relationships/slideLayout" Target="../slideLayouts/slideLayout243.xml"/><Relationship Id="rId27" Type="http://schemas.openxmlformats.org/officeDocument/2006/relationships/slideLayout" Target="../slideLayouts/slideLayout248.xml"/><Relationship Id="rId30" Type="http://schemas.openxmlformats.org/officeDocument/2006/relationships/slideLayout" Target="../slideLayouts/slideLayout251.xml"/><Relationship Id="rId35" Type="http://schemas.openxmlformats.org/officeDocument/2006/relationships/slideLayout" Target="../slideLayouts/slideLayout2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6.xml"/><Relationship Id="rId13" Type="http://schemas.openxmlformats.org/officeDocument/2006/relationships/slideLayout" Target="../slideLayouts/slideLayout271.xml"/><Relationship Id="rId18" Type="http://schemas.openxmlformats.org/officeDocument/2006/relationships/slideLayout" Target="../slideLayouts/slideLayout276.xml"/><Relationship Id="rId26" Type="http://schemas.openxmlformats.org/officeDocument/2006/relationships/slideLayout" Target="../slideLayouts/slideLayout284.xml"/><Relationship Id="rId39" Type="http://schemas.openxmlformats.org/officeDocument/2006/relationships/image" Target="../media/image11.png"/><Relationship Id="rId3" Type="http://schemas.openxmlformats.org/officeDocument/2006/relationships/slideLayout" Target="../slideLayouts/slideLayout261.xml"/><Relationship Id="rId21" Type="http://schemas.openxmlformats.org/officeDocument/2006/relationships/slideLayout" Target="../slideLayouts/slideLayout279.xml"/><Relationship Id="rId34" Type="http://schemas.openxmlformats.org/officeDocument/2006/relationships/slideLayout" Target="../slideLayouts/slideLayout292.xml"/><Relationship Id="rId7" Type="http://schemas.openxmlformats.org/officeDocument/2006/relationships/slideLayout" Target="../slideLayouts/slideLayout265.xml"/><Relationship Id="rId12" Type="http://schemas.openxmlformats.org/officeDocument/2006/relationships/slideLayout" Target="../slideLayouts/slideLayout270.xml"/><Relationship Id="rId17" Type="http://schemas.openxmlformats.org/officeDocument/2006/relationships/slideLayout" Target="../slideLayouts/slideLayout275.xml"/><Relationship Id="rId25" Type="http://schemas.openxmlformats.org/officeDocument/2006/relationships/slideLayout" Target="../slideLayouts/slideLayout283.xml"/><Relationship Id="rId33" Type="http://schemas.openxmlformats.org/officeDocument/2006/relationships/slideLayout" Target="../slideLayouts/slideLayout291.xml"/><Relationship Id="rId38" Type="http://schemas.openxmlformats.org/officeDocument/2006/relationships/theme" Target="../theme/theme6.xml"/><Relationship Id="rId2" Type="http://schemas.openxmlformats.org/officeDocument/2006/relationships/slideLayout" Target="../slideLayouts/slideLayout260.xml"/><Relationship Id="rId16" Type="http://schemas.openxmlformats.org/officeDocument/2006/relationships/slideLayout" Target="../slideLayouts/slideLayout274.xml"/><Relationship Id="rId20" Type="http://schemas.openxmlformats.org/officeDocument/2006/relationships/slideLayout" Target="../slideLayouts/slideLayout278.xml"/><Relationship Id="rId29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9.xml"/><Relationship Id="rId24" Type="http://schemas.openxmlformats.org/officeDocument/2006/relationships/slideLayout" Target="../slideLayouts/slideLayout282.xml"/><Relationship Id="rId32" Type="http://schemas.openxmlformats.org/officeDocument/2006/relationships/slideLayout" Target="../slideLayouts/slideLayout290.xml"/><Relationship Id="rId37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63.xml"/><Relationship Id="rId15" Type="http://schemas.openxmlformats.org/officeDocument/2006/relationships/slideLayout" Target="../slideLayouts/slideLayout273.xml"/><Relationship Id="rId23" Type="http://schemas.openxmlformats.org/officeDocument/2006/relationships/slideLayout" Target="../slideLayouts/slideLayout281.xml"/><Relationship Id="rId28" Type="http://schemas.openxmlformats.org/officeDocument/2006/relationships/slideLayout" Target="../slideLayouts/slideLayout286.xml"/><Relationship Id="rId36" Type="http://schemas.openxmlformats.org/officeDocument/2006/relationships/slideLayout" Target="../slideLayouts/slideLayout294.xml"/><Relationship Id="rId10" Type="http://schemas.openxmlformats.org/officeDocument/2006/relationships/slideLayout" Target="../slideLayouts/slideLayout268.xml"/><Relationship Id="rId19" Type="http://schemas.openxmlformats.org/officeDocument/2006/relationships/slideLayout" Target="../slideLayouts/slideLayout277.xml"/><Relationship Id="rId31" Type="http://schemas.openxmlformats.org/officeDocument/2006/relationships/slideLayout" Target="../slideLayouts/slideLayout289.xml"/><Relationship Id="rId4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7.xml"/><Relationship Id="rId14" Type="http://schemas.openxmlformats.org/officeDocument/2006/relationships/slideLayout" Target="../slideLayouts/slideLayout272.xml"/><Relationship Id="rId22" Type="http://schemas.openxmlformats.org/officeDocument/2006/relationships/slideLayout" Target="../slideLayouts/slideLayout280.xml"/><Relationship Id="rId27" Type="http://schemas.openxmlformats.org/officeDocument/2006/relationships/slideLayout" Target="../slideLayouts/slideLayout285.xml"/><Relationship Id="rId30" Type="http://schemas.openxmlformats.org/officeDocument/2006/relationships/slideLayout" Target="../slideLayouts/slideLayout288.xml"/><Relationship Id="rId35" Type="http://schemas.openxmlformats.org/officeDocument/2006/relationships/slideLayout" Target="../slideLayouts/slideLayout2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2673E-B37F-4EBD-81B7-9ECAADF3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681037"/>
            <a:ext cx="5329237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39C7-129B-40F9-AE15-26467F6C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488" y="2171699"/>
            <a:ext cx="9866312" cy="4005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1403156" y="6286978"/>
            <a:ext cx="560963" cy="410438"/>
          </a:xfrm>
          <a:prstGeom prst="rect">
            <a:avLst/>
          </a:prstGeom>
        </p:spPr>
      </p:pic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223440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91" r:id="rId7"/>
    <p:sldLayoutId id="2147483708" r:id="rId8"/>
    <p:sldLayoutId id="2147483668" r:id="rId9"/>
    <p:sldLayoutId id="2147483669" r:id="rId10"/>
    <p:sldLayoutId id="2147483700" r:id="rId11"/>
    <p:sldLayoutId id="2147483701" r:id="rId12"/>
    <p:sldLayoutId id="2147483702" r:id="rId13"/>
    <p:sldLayoutId id="2147483703" r:id="rId14"/>
    <p:sldLayoutId id="2147483713" r:id="rId15"/>
    <p:sldLayoutId id="2147483714" r:id="rId16"/>
    <p:sldLayoutId id="2147483709" r:id="rId17"/>
    <p:sldLayoutId id="2147483710" r:id="rId18"/>
    <p:sldLayoutId id="2147483672" r:id="rId19"/>
    <p:sldLayoutId id="2147483673" r:id="rId20"/>
    <p:sldLayoutId id="2147483674" r:id="rId21"/>
    <p:sldLayoutId id="2147483675" r:id="rId22"/>
    <p:sldLayoutId id="2147483711" r:id="rId23"/>
    <p:sldLayoutId id="2147483712" r:id="rId24"/>
    <p:sldLayoutId id="2147483686" r:id="rId25"/>
    <p:sldLayoutId id="2147483687" r:id="rId26"/>
    <p:sldLayoutId id="2147483688" r:id="rId27"/>
    <p:sldLayoutId id="2147483689" r:id="rId28"/>
    <p:sldLayoutId id="2147483694" r:id="rId29"/>
    <p:sldLayoutId id="2147483695" r:id="rId30"/>
    <p:sldLayoutId id="2147483670" r:id="rId31"/>
    <p:sldLayoutId id="2147483671" r:id="rId32"/>
    <p:sldLayoutId id="2147483676" r:id="rId33"/>
    <p:sldLayoutId id="2147483677" r:id="rId34"/>
    <p:sldLayoutId id="2147483680" r:id="rId35"/>
    <p:sldLayoutId id="2147483681" r:id="rId36"/>
    <p:sldLayoutId id="2147483715" r:id="rId37"/>
    <p:sldLayoutId id="2147483716" r:id="rId38"/>
    <p:sldLayoutId id="2147483678" r:id="rId39"/>
    <p:sldLayoutId id="2147483679" r:id="rId40"/>
    <p:sldLayoutId id="2147483717" r:id="rId41"/>
    <p:sldLayoutId id="2147483718" r:id="rId42"/>
    <p:sldLayoutId id="2147483682" r:id="rId43"/>
    <p:sldLayoutId id="2147483683" r:id="rId44"/>
    <p:sldLayoutId id="2147483684" r:id="rId45"/>
    <p:sldLayoutId id="2147483685" r:id="rId46"/>
    <p:sldLayoutId id="2147483696" r:id="rId47"/>
    <p:sldLayoutId id="2147483697" r:id="rId48"/>
    <p:sldLayoutId id="2147483698" r:id="rId49"/>
    <p:sldLayoutId id="2147483699" r:id="rId50"/>
    <p:sldLayoutId id="2147483692" r:id="rId51"/>
    <p:sldLayoutId id="2147483693" r:id="rId52"/>
    <p:sldLayoutId id="2147483704" r:id="rId53"/>
    <p:sldLayoutId id="2147483705" r:id="rId54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orient="horz" pos="414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39">
          <p15:clr>
            <a:srgbClr val="F26B43"/>
          </p15:clr>
        </p15:guide>
        <p15:guide id="7" pos="937">
          <p15:clr>
            <a:srgbClr val="F26B43"/>
          </p15:clr>
        </p15:guide>
        <p15:guide id="8" pos="4294">
          <p15:clr>
            <a:srgbClr val="F26B43"/>
          </p15:clr>
        </p15:guide>
        <p15:guide id="9" orient="horz" pos="136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2673E-B37F-4EBD-81B7-9ECAADF3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681037"/>
            <a:ext cx="5329237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39C7-129B-40F9-AE15-26467F6C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488" y="2171699"/>
            <a:ext cx="9866312" cy="4005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  <p:sp>
        <p:nvSpPr>
          <p:cNvPr id="4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323383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  <p:sldLayoutId id="2147483764" r:id="rId32"/>
    <p:sldLayoutId id="2147483765" r:id="rId33"/>
    <p:sldLayoutId id="2147483766" r:id="rId34"/>
    <p:sldLayoutId id="2147483767" r:id="rId35"/>
    <p:sldLayoutId id="2147483768" r:id="rId36"/>
    <p:sldLayoutId id="2147483769" r:id="rId37"/>
    <p:sldLayoutId id="2147483770" r:id="rId38"/>
    <p:sldLayoutId id="2147483771" r:id="rId39"/>
    <p:sldLayoutId id="2147483772" r:id="rId40"/>
    <p:sldLayoutId id="2147483773" r:id="rId41"/>
    <p:sldLayoutId id="2147483774" r:id="rId42"/>
    <p:sldLayoutId id="2147483775" r:id="rId43"/>
    <p:sldLayoutId id="2147483776" r:id="rId44"/>
    <p:sldLayoutId id="2147483777" r:id="rId45"/>
    <p:sldLayoutId id="2147483778" r:id="rId46"/>
    <p:sldLayoutId id="2147483779" r:id="rId47"/>
    <p:sldLayoutId id="2147483780" r:id="rId48"/>
    <p:sldLayoutId id="2147483781" r:id="rId49"/>
    <p:sldLayoutId id="2147483782" r:id="rId50"/>
    <p:sldLayoutId id="2147483783" r:id="rId51"/>
    <p:sldLayoutId id="2147483784" r:id="rId52"/>
    <p:sldLayoutId id="2147483785" r:id="rId53"/>
    <p:sldLayoutId id="2147483786" r:id="rId54"/>
    <p:sldLayoutId id="2147483787" r:id="rId55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orient="horz" pos="414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39">
          <p15:clr>
            <a:srgbClr val="F26B43"/>
          </p15:clr>
        </p15:guide>
        <p15:guide id="7" pos="937">
          <p15:clr>
            <a:srgbClr val="F26B43"/>
          </p15:clr>
        </p15:guide>
        <p15:guide id="8" pos="4294">
          <p15:clr>
            <a:srgbClr val="F26B43"/>
          </p15:clr>
        </p15:guide>
        <p15:guide id="9" orient="horz" pos="13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2673E-B37F-4EBD-81B7-9ECAADF3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681037"/>
            <a:ext cx="5329237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39C7-129B-40F9-AE15-26467F6C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488" y="2171699"/>
            <a:ext cx="9866312" cy="4005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  <p:sp>
        <p:nvSpPr>
          <p:cNvPr id="4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229850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  <p:sldLayoutId id="2147483809" r:id="rId19"/>
    <p:sldLayoutId id="2147483810" r:id="rId20"/>
    <p:sldLayoutId id="2147483811" r:id="rId21"/>
    <p:sldLayoutId id="2147483812" r:id="rId22"/>
    <p:sldLayoutId id="2147483813" r:id="rId23"/>
    <p:sldLayoutId id="2147483814" r:id="rId24"/>
    <p:sldLayoutId id="2147483815" r:id="rId25"/>
    <p:sldLayoutId id="2147483816" r:id="rId26"/>
    <p:sldLayoutId id="2147483817" r:id="rId27"/>
    <p:sldLayoutId id="2147483818" r:id="rId28"/>
    <p:sldLayoutId id="2147483819" r:id="rId29"/>
    <p:sldLayoutId id="2147483820" r:id="rId30"/>
    <p:sldLayoutId id="2147483821" r:id="rId31"/>
    <p:sldLayoutId id="2147483822" r:id="rId32"/>
    <p:sldLayoutId id="2147483823" r:id="rId33"/>
    <p:sldLayoutId id="2147483824" r:id="rId34"/>
    <p:sldLayoutId id="2147483825" r:id="rId35"/>
    <p:sldLayoutId id="2147483826" r:id="rId36"/>
    <p:sldLayoutId id="2147483827" r:id="rId37"/>
    <p:sldLayoutId id="2147483828" r:id="rId38"/>
    <p:sldLayoutId id="2147483829" r:id="rId39"/>
    <p:sldLayoutId id="2147483830" r:id="rId40"/>
    <p:sldLayoutId id="2147483831" r:id="rId41"/>
    <p:sldLayoutId id="2147483832" r:id="rId42"/>
    <p:sldLayoutId id="2147483833" r:id="rId43"/>
    <p:sldLayoutId id="2147483834" r:id="rId44"/>
    <p:sldLayoutId id="2147483835" r:id="rId45"/>
    <p:sldLayoutId id="2147483836" r:id="rId46"/>
    <p:sldLayoutId id="2147483837" r:id="rId47"/>
    <p:sldLayoutId id="2147483838" r:id="rId48"/>
    <p:sldLayoutId id="2147483839" r:id="rId49"/>
    <p:sldLayoutId id="2147483840" r:id="rId50"/>
    <p:sldLayoutId id="2147483841" r:id="rId51"/>
    <p:sldLayoutId id="2147483842" r:id="rId52"/>
    <p:sldLayoutId id="2147483843" r:id="rId53"/>
    <p:sldLayoutId id="2147483844" r:id="rId54"/>
    <p:sldLayoutId id="2147483845" r:id="rId55"/>
    <p:sldLayoutId id="2147483846" r:id="rId56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orient="horz" pos="414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39">
          <p15:clr>
            <a:srgbClr val="F26B43"/>
          </p15:clr>
        </p15:guide>
        <p15:guide id="7" pos="937">
          <p15:clr>
            <a:srgbClr val="F26B43"/>
          </p15:clr>
        </p15:guide>
        <p15:guide id="8" pos="4294">
          <p15:clr>
            <a:srgbClr val="F26B43"/>
          </p15:clr>
        </p15:guide>
        <p15:guide id="9" orient="horz" pos="136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2673E-B37F-4EBD-81B7-9ECAADF3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681037"/>
            <a:ext cx="5329237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39C7-129B-40F9-AE15-26467F6C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488" y="2171699"/>
            <a:ext cx="9866312" cy="4005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Atelier de co-construction RH Proximité - 20 juin 2023 - CONFIDENTIEL</a:t>
            </a:r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3E6FD-AB27-4108-A2FC-346BB5F75E3F}" type="slidenum">
              <a:rPr kumimoji="0" lang="fr-FR" sz="10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0" i="0" u="none" strike="noStrike" kern="1200" cap="none" spc="0" normalizeH="0" baseline="0" noProof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9" name="Image 8"/>
          <p:cNvPicPr preferRelativeResize="0">
            <a:picLocks/>
          </p:cNvPicPr>
          <p:nvPr userDrawn="1"/>
        </p:nvPicPr>
        <p:blipFill>
          <a:blip r:embed="rId5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0" y="6200775"/>
            <a:ext cx="1659600" cy="579600"/>
          </a:xfrm>
          <a:prstGeom prst="rect">
            <a:avLst/>
          </a:prstGeom>
        </p:spPr>
      </p:pic>
      <p:sp>
        <p:nvSpPr>
          <p:cNvPr id="4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314776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867" r:id="rId20"/>
    <p:sldLayoutId id="2147483868" r:id="rId21"/>
    <p:sldLayoutId id="2147483869" r:id="rId22"/>
    <p:sldLayoutId id="2147483870" r:id="rId23"/>
    <p:sldLayoutId id="2147483871" r:id="rId24"/>
    <p:sldLayoutId id="2147483872" r:id="rId25"/>
    <p:sldLayoutId id="2147483873" r:id="rId26"/>
    <p:sldLayoutId id="2147483874" r:id="rId27"/>
    <p:sldLayoutId id="2147483875" r:id="rId28"/>
    <p:sldLayoutId id="2147483876" r:id="rId29"/>
    <p:sldLayoutId id="2147483877" r:id="rId30"/>
    <p:sldLayoutId id="2147483878" r:id="rId31"/>
    <p:sldLayoutId id="2147483879" r:id="rId32"/>
    <p:sldLayoutId id="2147483880" r:id="rId33"/>
    <p:sldLayoutId id="2147483881" r:id="rId34"/>
    <p:sldLayoutId id="2147483882" r:id="rId35"/>
    <p:sldLayoutId id="2147483883" r:id="rId36"/>
    <p:sldLayoutId id="2147483884" r:id="rId37"/>
    <p:sldLayoutId id="2147483885" r:id="rId38"/>
    <p:sldLayoutId id="2147483886" r:id="rId39"/>
    <p:sldLayoutId id="2147483887" r:id="rId40"/>
    <p:sldLayoutId id="2147483888" r:id="rId41"/>
    <p:sldLayoutId id="2147483889" r:id="rId42"/>
    <p:sldLayoutId id="2147483890" r:id="rId43"/>
    <p:sldLayoutId id="2147483891" r:id="rId44"/>
    <p:sldLayoutId id="2147483892" r:id="rId45"/>
    <p:sldLayoutId id="2147483893" r:id="rId46"/>
    <p:sldLayoutId id="2147483894" r:id="rId47"/>
    <p:sldLayoutId id="2147483895" r:id="rId48"/>
    <p:sldLayoutId id="2147483896" r:id="rId49"/>
    <p:sldLayoutId id="2147483897" r:id="rId50"/>
    <p:sldLayoutId id="2147483898" r:id="rId51"/>
    <p:sldLayoutId id="2147483899" r:id="rId52"/>
    <p:sldLayoutId id="2147483900" r:id="rId53"/>
    <p:sldLayoutId id="2147483901" r:id="rId54"/>
    <p:sldLayoutId id="2147483902" r:id="rId55"/>
    <p:sldLayoutId id="2147483903" r:id="rId56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orient="horz" pos="414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39">
          <p15:clr>
            <a:srgbClr val="F26B43"/>
          </p15:clr>
        </p15:guide>
        <p15:guide id="7" pos="937">
          <p15:clr>
            <a:srgbClr val="F26B43"/>
          </p15:clr>
        </p15:guide>
        <p15:guide id="8" pos="4294">
          <p15:clr>
            <a:srgbClr val="F26B43"/>
          </p15:clr>
        </p15:guide>
        <p15:guide id="9" orient="horz" pos="136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2673E-B37F-4EBD-81B7-9ECAADF3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681037"/>
            <a:ext cx="5329237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39C7-129B-40F9-AE15-26467F6C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488" y="2171699"/>
            <a:ext cx="9866312" cy="4005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4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107226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  <p:sldLayoutId id="2147483923" r:id="rId18"/>
    <p:sldLayoutId id="2147483924" r:id="rId19"/>
    <p:sldLayoutId id="2147483925" r:id="rId20"/>
    <p:sldLayoutId id="2147483926" r:id="rId21"/>
    <p:sldLayoutId id="2147483927" r:id="rId22"/>
    <p:sldLayoutId id="2147483928" r:id="rId23"/>
    <p:sldLayoutId id="2147483929" r:id="rId24"/>
    <p:sldLayoutId id="2147483930" r:id="rId25"/>
    <p:sldLayoutId id="2147483931" r:id="rId26"/>
    <p:sldLayoutId id="2147483932" r:id="rId27"/>
    <p:sldLayoutId id="2147483933" r:id="rId28"/>
    <p:sldLayoutId id="2147483934" r:id="rId29"/>
    <p:sldLayoutId id="2147483935" r:id="rId30"/>
    <p:sldLayoutId id="2147483936" r:id="rId31"/>
    <p:sldLayoutId id="2147483937" r:id="rId32"/>
    <p:sldLayoutId id="2147483938" r:id="rId33"/>
    <p:sldLayoutId id="2147483939" r:id="rId34"/>
    <p:sldLayoutId id="2147483940" r:id="rId35"/>
    <p:sldLayoutId id="2147483941" r:id="rId36"/>
    <p:sldLayoutId id="2147483942" r:id="rId37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orient="horz" pos="414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39">
          <p15:clr>
            <a:srgbClr val="F26B43"/>
          </p15:clr>
        </p15:guide>
        <p15:guide id="7" pos="937">
          <p15:clr>
            <a:srgbClr val="F26B43"/>
          </p15:clr>
        </p15:guide>
        <p15:guide id="8" pos="4294">
          <p15:clr>
            <a:srgbClr val="F26B43"/>
          </p15:clr>
        </p15:guide>
        <p15:guide id="9" orient="horz" pos="1366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2673E-B37F-4EBD-81B7-9ECAADF31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681037"/>
            <a:ext cx="5329237" cy="1127126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39C7-129B-40F9-AE15-26467F6CE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488" y="2171699"/>
            <a:ext cx="9866312" cy="40052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531466" y="6502208"/>
            <a:ext cx="4544590" cy="162152"/>
          </a:xfrm>
          <a:prstGeom prst="rect">
            <a:avLst/>
          </a:prstGeom>
        </p:spPr>
        <p:txBody>
          <a:bodyPr vert="horz" lIns="91420" tIns="45710" rIns="91420" bIns="45710" rtlCol="0" anchor="ctr"/>
          <a:lstStyle>
            <a:lvl1pPr algn="l">
              <a:defRPr sz="1000">
                <a:solidFill>
                  <a:srgbClr val="464646"/>
                </a:solidFill>
              </a:defRPr>
            </a:lvl1pPr>
          </a:lstStyle>
          <a:p>
            <a:r>
              <a:rPr lang="fr-FR"/>
              <a:t>Atelier de co-construction RH Proximité - 20 juin 2023 - CONFIDENTIEL</a:t>
            </a:r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22130" y="6502208"/>
            <a:ext cx="296226" cy="162152"/>
          </a:xfrm>
          <a:prstGeom prst="rect">
            <a:avLst/>
          </a:prstGeom>
        </p:spPr>
        <p:txBody>
          <a:bodyPr vert="horz" lIns="0" tIns="45710" rIns="0" bIns="45710" rtlCol="0" anchor="ctr"/>
          <a:lstStyle>
            <a:lvl1pPr algn="r">
              <a:defRPr sz="1000">
                <a:solidFill>
                  <a:srgbClr val="464646"/>
                </a:solidFill>
              </a:defRPr>
            </a:lvl1pPr>
          </a:lstStyle>
          <a:p>
            <a:fld id="{AF43E6FD-AB27-4108-A2FC-346BB5F75E3F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4707" y="6176962"/>
            <a:ext cx="1606788" cy="562670"/>
          </a:xfrm>
          <a:prstGeom prst="rect">
            <a:avLst/>
          </a:prstGeom>
        </p:spPr>
      </p:pic>
      <p:sp>
        <p:nvSpPr>
          <p:cNvPr id="4" name="MSIPCMContentMarking" descr="{&quot;HashCode&quot;:-1489314896,&quot;Placement&quot;:&quot;Footer&quot;,&quot;Top&quot;:520.8117,&quot;Left&quot;:0.0,&quot;SlideWidth&quot;:960,&quot;SlideHeight&quot;:540}"/>
          <p:cNvSpPr txBox="1"/>
          <p:nvPr userDrawn="1"/>
        </p:nvSpPr>
        <p:spPr>
          <a:xfrm>
            <a:off x="0" y="6614309"/>
            <a:ext cx="1304575" cy="24369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>
                <a:solidFill>
                  <a:srgbClr val="CF022B"/>
                </a:solidFill>
                <a:latin typeface="Tahoma" panose="020B0604030504040204" pitchFamily="34" charset="0"/>
              </a:rPr>
              <a:t>C2 – Usage restreint </a:t>
            </a:r>
          </a:p>
        </p:txBody>
      </p:sp>
    </p:spTree>
    <p:extLst>
      <p:ext uri="{BB962C8B-B14F-4D97-AF65-F5344CB8AC3E}">
        <p14:creationId xmlns:p14="http://schemas.microsoft.com/office/powerpoint/2010/main" val="166393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  <p:sldLayoutId id="2147483972" r:id="rId18"/>
    <p:sldLayoutId id="2147483973" r:id="rId19"/>
    <p:sldLayoutId id="2147483974" r:id="rId20"/>
    <p:sldLayoutId id="2147483975" r:id="rId21"/>
    <p:sldLayoutId id="2147483976" r:id="rId22"/>
    <p:sldLayoutId id="2147483977" r:id="rId23"/>
    <p:sldLayoutId id="2147483978" r:id="rId24"/>
    <p:sldLayoutId id="2147483979" r:id="rId25"/>
    <p:sldLayoutId id="2147483980" r:id="rId26"/>
    <p:sldLayoutId id="2147483981" r:id="rId27"/>
    <p:sldLayoutId id="2147483982" r:id="rId28"/>
    <p:sldLayoutId id="2147483983" r:id="rId29"/>
    <p:sldLayoutId id="2147483984" r:id="rId30"/>
    <p:sldLayoutId id="2147483985" r:id="rId31"/>
    <p:sldLayoutId id="2147483986" r:id="rId32"/>
    <p:sldLayoutId id="2147483987" r:id="rId33"/>
    <p:sldLayoutId id="2147483988" r:id="rId34"/>
    <p:sldLayoutId id="2147483989" r:id="rId35"/>
    <p:sldLayoutId id="2147483990" r:id="rId36"/>
    <p:sldLayoutId id="2147483991" r:id="rId37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None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1200"/>
        </a:spcBef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orient="horz" pos="414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39">
          <p15:clr>
            <a:srgbClr val="F26B43"/>
          </p15:clr>
        </p15:guide>
        <p15:guide id="7" pos="937">
          <p15:clr>
            <a:srgbClr val="F26B43"/>
          </p15:clr>
        </p15:guide>
        <p15:guide id="8" pos="4294">
          <p15:clr>
            <a:srgbClr val="F26B43"/>
          </p15:clr>
        </p15:guide>
        <p15:guide id="9" orient="horz" pos="13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7FB580-BC17-C817-0A90-D52D96378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739" y="2709863"/>
            <a:ext cx="4796829" cy="1127126"/>
          </a:xfrm>
        </p:spPr>
        <p:txBody>
          <a:bodyPr/>
          <a:lstStyle/>
          <a:p>
            <a:r>
              <a:rPr lang="fr-FR" sz="2800" dirty="0"/>
              <a:t>Profil du collaborateur</a:t>
            </a:r>
            <a:br>
              <a:rPr lang="fr-FR" sz="2800" dirty="0"/>
            </a:br>
            <a:r>
              <a:rPr lang="fr-FR" sz="2800" dirty="0"/>
              <a:t>Mise à jour des données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B8F8B4FD-A4C9-023C-B8B7-14C860A1D4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307EFD-779C-862C-FBB8-C2E16D6E2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256990-4B01-5A9C-7051-BFF81AE81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81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14DD856-4B0D-ECBF-A49B-092189FCCC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sz="2400" dirty="0"/>
              <a:t>V9 : Onglet « Ses données individuelles »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6AFAAD-76DD-9F44-690D-E1AD325F1A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baseline="30000" dirty="0"/>
              <a:t>ème </a:t>
            </a:r>
            <a:r>
              <a:rPr lang="fr-FR" dirty="0"/>
              <a:t>étape : Mise à jour des données du collaborateur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D420F9B-2EA4-4DA0-B4EF-5BC60A3C69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939" y="1711503"/>
            <a:ext cx="6059614" cy="4606747"/>
          </a:xfrm>
        </p:spPr>
        <p:txBody>
          <a:bodyPr/>
          <a:lstStyle/>
          <a:p>
            <a:r>
              <a:rPr lang="fr-FR" sz="1100" dirty="0"/>
              <a:t>Donner la capacité à un RH de proximité de mettre à jour les données individuelles de ses collaborateurs et d’accéder au suivi de ces demandes de mises à jour.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Soit il saisit et met à jour directement les données du collaborateur dans le legacy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Soit il saisit, envoie sa saisie à un gestionnaire Paie ou RH qui valide les données saisies en mettant à jour le legacy</a:t>
            </a:r>
          </a:p>
          <a:p>
            <a:endParaRPr lang="fr-FR" sz="1100" dirty="0"/>
          </a:p>
          <a:p>
            <a:r>
              <a:rPr lang="fr-FR" sz="1100" dirty="0"/>
              <a:t>Ce que peut voir le RH de proximité dans le profil du collaborateur</a:t>
            </a:r>
          </a:p>
          <a:p>
            <a:pPr marL="228600" indent="-228600">
              <a:buFont typeface="+mj-lt"/>
              <a:buAutoNum type="arabicPeriod"/>
            </a:pPr>
            <a:r>
              <a:rPr lang="fr-FR" sz="1100" b="1" dirty="0"/>
              <a:t>Si aucune donnée n’est présente dans le dossier du collaborateur</a:t>
            </a:r>
            <a:r>
              <a:rPr lang="fr-FR" sz="1100" dirty="0"/>
              <a:t>, la phrase affichée est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« Aucune donnée individuelle à ce jour »</a:t>
            </a:r>
          </a:p>
          <a:p>
            <a:pPr marL="228600" indent="-228600">
              <a:buFont typeface="+mj-lt"/>
              <a:buAutoNum type="arabicPeriod" startAt="2"/>
            </a:pPr>
            <a:r>
              <a:rPr lang="fr-FR" sz="1100" b="1" dirty="0"/>
              <a:t>Si certaines données sont présentes dans le dossier du collaborateur et </a:t>
            </a:r>
            <a:r>
              <a:rPr lang="fr-FR" sz="1100" dirty="0"/>
              <a:t>s’affichent, la phrase s’adapte selon les données présentes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« Vous pouvez compléter son dossier :</a:t>
            </a:r>
            <a:br>
              <a:rPr lang="fr-FR" sz="1100" dirty="0"/>
            </a:br>
            <a:r>
              <a:rPr lang="fr-FR" sz="1100" dirty="0">
                <a:solidFill>
                  <a:schemeClr val="accent4"/>
                </a:solidFill>
              </a:rPr>
              <a:t>Composition familiale, Situation familiale, Téléphone, Contacts en cas d’urgence, Information de paiement. </a:t>
            </a:r>
            <a:r>
              <a:rPr lang="fr-FR" sz="1100" dirty="0">
                <a:solidFill>
                  <a:schemeClr val="tx1"/>
                </a:solidFill>
              </a:rPr>
              <a:t>»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fr-FR" sz="1100" b="1" dirty="0"/>
              <a:t>Si toutes les données attendues sont présentes </a:t>
            </a:r>
            <a:r>
              <a:rPr lang="fr-FR" sz="1100" dirty="0"/>
              <a:t>et s’affichent dans l’onglet « Ses données individuelles », aucune phrase ne s’affiche pour compléter le dossier.</a:t>
            </a:r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endParaRPr lang="fr-FR" sz="1100" dirty="0"/>
          </a:p>
          <a:p>
            <a:r>
              <a:rPr lang="fr-FR" sz="1100" dirty="0"/>
              <a:t>Modifier le phrasé</a:t>
            </a:r>
          </a:p>
          <a:p>
            <a:endParaRPr lang="fr-FR" sz="1100" dirty="0"/>
          </a:p>
          <a:p>
            <a:r>
              <a:rPr lang="fr-FR" sz="1100" dirty="0"/>
              <a:t>Dire ce qu’il faut potentiellement modifier en maj directe</a:t>
            </a:r>
          </a:p>
          <a:p>
            <a:endParaRPr lang="fr-FR" sz="1100" dirty="0"/>
          </a:p>
          <a:p>
            <a:r>
              <a:rPr lang="fr-FR" sz="1100" dirty="0"/>
              <a:t>Slide suivant reprendre chaque </a:t>
            </a:r>
            <a:r>
              <a:rPr lang="fr-FR" sz="1100" dirty="0" err="1"/>
              <a:t>modif</a:t>
            </a:r>
            <a:r>
              <a:rPr lang="fr-FR" sz="1100" dirty="0"/>
              <a:t> des données individuelles expliquer + capture</a:t>
            </a:r>
          </a:p>
          <a:p>
            <a:endParaRPr lang="fr-FR" sz="1100" dirty="0"/>
          </a:p>
          <a:p>
            <a:endParaRPr lang="fr-FR" sz="110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105165-E305-A57B-A6ED-789353D50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F4B89B-B4BC-CA2A-34CB-2185B75D0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2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E94E92A-E6FA-8483-342F-668C32D6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447" y="5217023"/>
            <a:ext cx="4598124" cy="1427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02170E5-0A6F-B321-11BD-A1A8DE154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1" y="3084407"/>
            <a:ext cx="2264228" cy="1262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12BF647-4D90-BEEA-9697-D7170CE61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030" y="4468429"/>
            <a:ext cx="4632958" cy="27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3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1AB9085-DCD3-60BE-2DE1-1BD13EBDDF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sz="2400" dirty="0"/>
              <a:t>Mise à jour de « Ses données individuelles »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96F3841-9542-5DCA-21A8-356DE5B970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Démarches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540D81-0287-5D7D-87D8-F94EB32A41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Sont concernées les démarches collaborateur : </a:t>
            </a:r>
          </a:p>
          <a:p>
            <a:pPr marL="685800" lvl="1"/>
            <a:r>
              <a:rPr lang="fr-FR" sz="1200" dirty="0"/>
              <a:t>Mon déménagement </a:t>
            </a:r>
          </a:p>
          <a:p>
            <a:pPr marL="685800" lvl="1"/>
            <a:r>
              <a:rPr lang="fr-FR" sz="1200" dirty="0"/>
              <a:t>Mon changement de situation familiale</a:t>
            </a:r>
          </a:p>
          <a:p>
            <a:pPr marL="685800" lvl="1"/>
            <a:r>
              <a:rPr lang="fr-FR" sz="1200" dirty="0"/>
              <a:t>Mon changement de composition familiale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En mise à jour directe ou avec workflow de validation </a:t>
            </a:r>
            <a:endParaRPr lang="fr-FR" sz="1200" dirty="0"/>
          </a:p>
          <a:p>
            <a:pPr marL="685800" lvl="1"/>
            <a:r>
              <a:rPr lang="fr-FR" sz="1200" dirty="0"/>
              <a:t>Par configuration, les démarches seront : </a:t>
            </a:r>
          </a:p>
          <a:p>
            <a:pPr marL="1028700" lvl="2">
              <a:spcBef>
                <a:spcPts val="600"/>
              </a:spcBef>
            </a:pPr>
            <a:r>
              <a:rPr lang="fr-FR" sz="1200" dirty="0"/>
              <a:t>Soit en mise à jour directe du legacy par le RH de proximité sans validation gestionnaire (</a:t>
            </a:r>
            <a:r>
              <a:rPr lang="fr-FR" sz="1200" dirty="0" err="1"/>
              <a:t>mvp</a:t>
            </a:r>
            <a:r>
              <a:rPr lang="fr-FR" sz="1200" dirty="0"/>
              <a:t>)</a:t>
            </a:r>
          </a:p>
          <a:p>
            <a:pPr marL="1028700" lvl="2">
              <a:spcBef>
                <a:spcPts val="600"/>
              </a:spcBef>
            </a:pPr>
            <a:r>
              <a:rPr lang="fr-FR" sz="1200" dirty="0"/>
              <a:t>Soit en mise à jour par le RH de proximité avec une étape de validation gestionnaire (au-delà du </a:t>
            </a:r>
            <a:r>
              <a:rPr lang="fr-FR" sz="1200" dirty="0" err="1"/>
              <a:t>mvp</a:t>
            </a:r>
            <a:r>
              <a:rPr lang="fr-FR" sz="1200" dirty="0"/>
              <a:t>).</a:t>
            </a:r>
          </a:p>
          <a:p>
            <a:pPr marL="685800" lvl="1"/>
            <a:r>
              <a:rPr lang="fr-FR" sz="1200" dirty="0"/>
              <a:t>les démarches seront renommées pour le RH de proximité :</a:t>
            </a:r>
          </a:p>
          <a:p>
            <a:pPr marL="1028700" lvl="2"/>
            <a:r>
              <a:rPr lang="fr-FR" sz="1200" dirty="0"/>
              <a:t>Déclarer un déménagement (Mon déménagement (</a:t>
            </a:r>
            <a:r>
              <a:rPr lang="fr-FR" sz="1200" dirty="0" err="1"/>
              <a:t>angular</a:t>
            </a:r>
            <a:r>
              <a:rPr lang="fr-FR" sz="1200" dirty="0"/>
              <a:t>))</a:t>
            </a:r>
          </a:p>
          <a:p>
            <a:pPr marL="1028700" lvl="2"/>
            <a:r>
              <a:rPr lang="fr-FR" sz="1200" dirty="0"/>
              <a:t>Changer une situation familiale (Mon changement de situation familiale (</a:t>
            </a:r>
            <a:r>
              <a:rPr lang="fr-FR" sz="1200" dirty="0" err="1"/>
              <a:t>angular</a:t>
            </a:r>
            <a:r>
              <a:rPr lang="fr-FR" sz="1200" dirty="0"/>
              <a:t>))</a:t>
            </a:r>
          </a:p>
          <a:p>
            <a:pPr marL="1028700" lvl="2"/>
            <a:r>
              <a:rPr lang="fr-FR" sz="1200" dirty="0"/>
              <a:t>Changer une composition familiale (Mon changement de composition familiale (non </a:t>
            </a:r>
            <a:r>
              <a:rPr lang="fr-FR" sz="1200" dirty="0" err="1"/>
              <a:t>angular</a:t>
            </a:r>
            <a:r>
              <a:rPr lang="fr-FR" sz="1200" dirty="0"/>
              <a:t> - widget </a:t>
            </a:r>
            <a:r>
              <a:rPr lang="fr-FR" sz="1200" dirty="0" err="1"/>
              <a:t>form</a:t>
            </a:r>
            <a:r>
              <a:rPr lang="fr-FR" sz="1200" dirty="0"/>
              <a:t>))</a:t>
            </a:r>
          </a:p>
          <a:p>
            <a:pPr marL="685800" lvl="1"/>
            <a:r>
              <a:rPr lang="fr-FR" sz="1200" dirty="0"/>
              <a:t>L’introduction de chaque démarche et les phrases des formulaires des démarches sont modifiées et adaptées au RH de proximité</a:t>
            </a:r>
          </a:p>
          <a:p>
            <a:pPr lvl="1" indent="0">
              <a:spcBef>
                <a:spcPts val="600"/>
              </a:spcBef>
              <a:buNone/>
            </a:pPr>
            <a:endParaRPr lang="fr-FR" sz="120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5A92BAE-B015-B097-3332-D9BF9751B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15A1E4-A1EC-F010-9BBC-EC8013627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E94E92A-E6FA-8483-342F-668C32D6F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876" y="2158"/>
            <a:ext cx="4598124" cy="14278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896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1AFCC20-EFB4-9FF3-74B3-78662677B4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Impacts sur les démarches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345F60-152F-92A8-85FF-D174FF05E6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fr-FR" sz="20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6C583E-E7D9-51F7-3E9E-CE016847D9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929937" cy="479070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Pour la mise à jour directe du legacy sans workflow de validation par le gestionnaire : </a:t>
            </a:r>
          </a:p>
          <a:p>
            <a:pPr marL="685800" lvl="1"/>
            <a:r>
              <a:rPr lang="fr-FR" sz="1200" b="1" dirty="0"/>
              <a:t>L’initiateur de la demande est le RH de proximité. Il crée une demande </a:t>
            </a:r>
            <a:r>
              <a:rPr lang="fr-FR" sz="1200" dirty="0"/>
              <a:t>pour un </a:t>
            </a:r>
            <a:r>
              <a:rPr lang="fr-FR" sz="1200" b="1" dirty="0"/>
              <a:t>bénéficiaire Collaborateur </a:t>
            </a:r>
          </a:p>
          <a:p>
            <a:pPr marL="685800" lvl="1"/>
            <a:r>
              <a:rPr lang="fr-FR" sz="1200" dirty="0"/>
              <a:t>Il n' y a alors aucune instanciation du workflow 4YOU</a:t>
            </a:r>
          </a:p>
          <a:p>
            <a:pPr marL="685800" lvl="1">
              <a:spcBef>
                <a:spcPts val="600"/>
              </a:spcBef>
            </a:pPr>
            <a:r>
              <a:rPr lang="fr-FR" sz="1200" dirty="0"/>
              <a:t>La partie droite de la démarche composée des onglets "Créer, En cours et Historique »  est- supprimée</a:t>
            </a:r>
          </a:p>
          <a:p>
            <a:pPr marL="685800" lvl="1">
              <a:spcBef>
                <a:spcPts val="600"/>
              </a:spcBef>
            </a:pPr>
            <a:r>
              <a:rPr lang="fr-FR" sz="1200" dirty="0"/>
              <a:t>Les boutons d’action :</a:t>
            </a:r>
          </a:p>
          <a:p>
            <a:pPr marL="1028700" lvl="2">
              <a:spcBef>
                <a:spcPts val="0"/>
              </a:spcBef>
            </a:pPr>
            <a:r>
              <a:rPr lang="fr-FR" sz="1200" dirty="0"/>
              <a:t>le bouton d'action « Quitter » permet le retour au contexte qui a appelé l'ouverture de la démarche </a:t>
            </a:r>
          </a:p>
          <a:p>
            <a:pPr marL="1028700" lvl="2">
              <a:spcBef>
                <a:spcPts val="0"/>
              </a:spcBef>
            </a:pPr>
            <a:r>
              <a:rPr lang="fr-FR" sz="1200" dirty="0"/>
              <a:t>le bouton d'action « Supprimer » réinitialise les champs dans la démarche appelée.</a:t>
            </a:r>
          </a:p>
          <a:p>
            <a:pPr marL="1028700" lvl="2">
              <a:spcBef>
                <a:spcPts val="0"/>
              </a:spcBef>
            </a:pPr>
            <a:r>
              <a:rPr lang="fr-FR" sz="1200" dirty="0"/>
              <a:t>le bouton d'action « Sauvegarder » fera  la mise à jour directe dans le legacy </a:t>
            </a:r>
          </a:p>
          <a:p>
            <a:pPr marL="1028700" lvl="2">
              <a:spcBef>
                <a:spcPts val="0"/>
              </a:spcBef>
            </a:pPr>
            <a:r>
              <a:rPr lang="fr-FR" sz="1200" dirty="0"/>
              <a:t>le bouton d'action « Envoyer »  est supprimé car il n’y a pas d’envoi de la demande vers le gestionnaire pour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Pour la mise à jour avec workflow de validation </a:t>
            </a:r>
            <a:r>
              <a:rPr lang="fr-FR" sz="1200" dirty="0"/>
              <a:t>:</a:t>
            </a:r>
          </a:p>
          <a:p>
            <a:pPr marL="685800" lvl="1"/>
            <a:r>
              <a:rPr lang="fr-FR" sz="1200" b="1" dirty="0"/>
              <a:t>L’initiateur de la demande est le RH de proximité. Il crée une demande </a:t>
            </a:r>
            <a:r>
              <a:rPr lang="fr-FR" sz="1200" dirty="0"/>
              <a:t>pour un </a:t>
            </a:r>
            <a:r>
              <a:rPr lang="fr-FR" sz="1200" b="1" dirty="0"/>
              <a:t>bénéficiaire Collaborateur </a:t>
            </a:r>
            <a:r>
              <a:rPr lang="fr-FR" sz="1200" dirty="0"/>
              <a:t>et l’envoie vers un </a:t>
            </a:r>
            <a:r>
              <a:rPr lang="fr-FR" sz="1200" b="1" dirty="0"/>
              <a:t>valideur Gestionnaire</a:t>
            </a:r>
            <a:r>
              <a:rPr lang="fr-FR" sz="1200" dirty="0"/>
              <a:t>. Le fonctionnement de la démarche reste identique à celui de la démarche initiée par le collaborateur.</a:t>
            </a:r>
          </a:p>
          <a:p>
            <a:pPr marL="685800" lvl="1">
              <a:spcBef>
                <a:spcPts val="600"/>
              </a:spcBef>
            </a:pPr>
            <a:r>
              <a:rPr lang="fr-FR" sz="1200" dirty="0"/>
              <a:t>L’initiateur de la demande peut sauvegarder la demande en mode brouillon, la supprimer, consulter les demandes en cours et consulter l’historique depuis chaque démarche.</a:t>
            </a:r>
          </a:p>
          <a:p>
            <a:pPr marL="685800" lvl="1">
              <a:spcBef>
                <a:spcPts val="600"/>
              </a:spcBef>
            </a:pPr>
            <a:r>
              <a:rPr lang="fr-FR" sz="1200" dirty="0"/>
              <a:t>Conserver les onglets Créer, En cours et Historique</a:t>
            </a:r>
          </a:p>
          <a:p>
            <a:pPr marL="685800" lvl="1">
              <a:spcBef>
                <a:spcPts val="600"/>
              </a:spcBef>
            </a:pPr>
            <a:r>
              <a:rPr lang="fr-FR" sz="1200" dirty="0"/>
              <a:t>Conserver le fonctionnement des boutons d'actions : Quitter Supprimer Sauvegarder Envoyer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Pour les démarches accessibles depuis le profil du collaborateur, voir notre capacité à les rendre accessibles aussi depuis le widget « Processus RH » pour un RH de proximité. </a:t>
            </a:r>
            <a:br>
              <a:rPr lang="fr-FR" sz="1200" b="1" dirty="0"/>
            </a:br>
            <a:r>
              <a:rPr lang="fr-FR" sz="1200" dirty="0"/>
              <a:t>Cela nécessite que chaque démarche contienne un champ de recherche d’un bénéficiaire (à l’identique de la démarche Mes questions RH pour le compte de … avec l’acteur </a:t>
            </a:r>
            <a:r>
              <a:rPr lang="fr-FR" sz="1200" dirty="0" err="1"/>
              <a:t>Onbehalf</a:t>
            </a:r>
            <a:r>
              <a:rPr lang="fr-FR" sz="1200" dirty="0"/>
              <a:t>)</a:t>
            </a:r>
          </a:p>
          <a:p>
            <a:endParaRPr lang="fr-FR" sz="1200" dirty="0"/>
          </a:p>
          <a:p>
            <a:pPr lvl="1" indent="0">
              <a:spcBef>
                <a:spcPts val="600"/>
              </a:spcBef>
              <a:buNone/>
            </a:pPr>
            <a:endParaRPr lang="fr-FR" sz="1200" dirty="0"/>
          </a:p>
          <a:p>
            <a:endParaRPr lang="fr-FR" sz="1200" dirty="0"/>
          </a:p>
          <a:p>
            <a:endParaRPr lang="fr-FR" sz="12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47346E-8A6E-D5E5-1B49-CE01F345F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572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6F3B76D-7208-45BC-3EDA-E83C55931D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Démarche Déclarer un déménagement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477705-677D-65B0-576D-0B685B1CA0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Adaptations à apporter à la démarche Mon déménagement 1/2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12EC1C-2EA5-439D-6E56-A995E3FBB6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2938" y="1711503"/>
            <a:ext cx="10254448" cy="4606747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FR" sz="1400" dirty="0"/>
              <a:t>Remplacer le titre de la page par « Déclarer un déménagement »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Ajouter l’identification du collaborateur en haut de la page de la démarche au-dessus de la phrase d’intro et des boutons d’actions  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pPr marL="285750" indent="-285750">
              <a:buFontTx/>
              <a:buChar char="-"/>
            </a:pPr>
            <a:endParaRPr lang="fr-FR" sz="1400" dirty="0"/>
          </a:p>
          <a:p>
            <a:pPr marL="285750" indent="-285750">
              <a:buFontTx/>
              <a:buChar char="-"/>
            </a:pPr>
            <a:endParaRPr lang="fr-FR" sz="1400" dirty="0"/>
          </a:p>
          <a:p>
            <a:pPr marL="285750" indent="-285750">
              <a:buFontTx/>
              <a:buChar char="-"/>
            </a:pPr>
            <a:r>
              <a:rPr lang="fr-FR" sz="1400" dirty="0"/>
              <a:t>Remplacer la phrase d’intro par : « Veuillez renseigner les nouvelles coordonnées et attacher les justificatifs. »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Remplacer le titre de la section 1 par « Son adresse principale »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Remplacer le titre de la section 2 par « Son mode de transport » </a:t>
            </a:r>
          </a:p>
          <a:p>
            <a:r>
              <a:rPr lang="fr-FR" sz="1400" dirty="0"/>
              <a:t>Sur la partie Droite :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Ne pas afficher les suggestions si des suggestions sont configurées dans la démarche Mon déménagement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Conserver un seul onglet avec le libellé « Mise à jour »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pPr marL="285750" indent="-285750">
              <a:buFontTx/>
              <a:buChar char="-"/>
            </a:pPr>
            <a:endParaRPr lang="fr-FR" sz="140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2E02C2-7C5B-5521-FF26-CD02CAB31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B40AEF9-9363-28C7-B6C5-CBF0F158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32" y="2678461"/>
            <a:ext cx="3732644" cy="53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CD9EB27-B1B7-E4FB-DC57-CB69A0133A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FR" dirty="0"/>
              <a:t>Démarche Déclarer un déménagement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D8BA7B-30E5-5991-F441-09AE2B07B7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fr-FR" dirty="0"/>
              <a:t>Illustration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43A612-E1AF-9D97-AD7F-CEEF3A340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96E906-3124-3073-AEEB-5A82CDE88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43E6FD-AB27-4108-A2FC-346BB5F75E3F}" type="slidenum">
              <a:rPr lang="fr-FR" smtClean="0"/>
              <a:pPr/>
              <a:t>6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861D35E-2934-EC7E-AF50-09F6D6B46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66" y="1602234"/>
            <a:ext cx="10436234" cy="489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72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volute Sopra HR">
  <a:themeElements>
    <a:clrScheme name="Couleurs Sopra HR">
      <a:dk1>
        <a:srgbClr val="000000"/>
      </a:dk1>
      <a:lt1>
        <a:srgbClr val="FFFFFF"/>
      </a:lt1>
      <a:dk2>
        <a:srgbClr val="F1F1F1"/>
      </a:dk2>
      <a:lt2>
        <a:srgbClr val="D5121E"/>
      </a:lt2>
      <a:accent1>
        <a:srgbClr val="E63F54"/>
      </a:accent1>
      <a:accent2>
        <a:srgbClr val="EE7901"/>
      </a:accent2>
      <a:accent3>
        <a:srgbClr val="E9AA68"/>
      </a:accent3>
      <a:accent4>
        <a:srgbClr val="047DC3"/>
      </a:accent4>
      <a:accent5>
        <a:srgbClr val="173CAB"/>
      </a:accent5>
      <a:accent6>
        <a:srgbClr val="09A388"/>
      </a:accent6>
      <a:hlink>
        <a:srgbClr val="95C128"/>
      </a:hlink>
      <a:folHlink>
        <a:srgbClr val="922183"/>
      </a:folHlink>
    </a:clrScheme>
    <a:fontScheme name="Police Sopra H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0">
          <a:solidFill>
            <a:schemeClr val="bg1">
              <a:lumMod val="95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Sopra HR - Power Point" id="{E52934A2-A485-43D6-AFBA-CE53C574D366}" vid="{E489215D-D2D5-4556-84AD-675F30A2D75B}"/>
    </a:ext>
  </a:extLst>
</a:theme>
</file>

<file path=ppt/theme/theme2.xml><?xml version="1.0" encoding="utf-8"?>
<a:theme xmlns:a="http://schemas.openxmlformats.org/drawingml/2006/main" name="Template logo Sopra HR">
  <a:themeElements>
    <a:clrScheme name="Couleurs Sopra HR">
      <a:dk1>
        <a:srgbClr val="000000"/>
      </a:dk1>
      <a:lt1>
        <a:srgbClr val="FFFFFF"/>
      </a:lt1>
      <a:dk2>
        <a:srgbClr val="F1F1F1"/>
      </a:dk2>
      <a:lt2>
        <a:srgbClr val="D5121E"/>
      </a:lt2>
      <a:accent1>
        <a:srgbClr val="E63F54"/>
      </a:accent1>
      <a:accent2>
        <a:srgbClr val="EE7901"/>
      </a:accent2>
      <a:accent3>
        <a:srgbClr val="E9AA68"/>
      </a:accent3>
      <a:accent4>
        <a:srgbClr val="047DC3"/>
      </a:accent4>
      <a:accent5>
        <a:srgbClr val="173CAB"/>
      </a:accent5>
      <a:accent6>
        <a:srgbClr val="09A388"/>
      </a:accent6>
      <a:hlink>
        <a:srgbClr val="95C128"/>
      </a:hlink>
      <a:folHlink>
        <a:srgbClr val="922183"/>
      </a:folHlink>
    </a:clrScheme>
    <a:fontScheme name="Police Sopra H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0">
          <a:solidFill>
            <a:schemeClr val="bg1">
              <a:lumMod val="95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Sopra HR - Power Point" id="{E52934A2-A485-43D6-AFBA-CE53C574D366}" vid="{E489215D-D2D5-4556-84AD-675F30A2D75B}"/>
    </a:ext>
  </a:extLst>
</a:theme>
</file>

<file path=ppt/theme/theme3.xml><?xml version="1.0" encoding="utf-8"?>
<a:theme xmlns:a="http://schemas.openxmlformats.org/drawingml/2006/main" name="1_Template logo Sopra HR">
  <a:themeElements>
    <a:clrScheme name="Couleurs Sopra HR">
      <a:dk1>
        <a:srgbClr val="000000"/>
      </a:dk1>
      <a:lt1>
        <a:srgbClr val="FFFFFF"/>
      </a:lt1>
      <a:dk2>
        <a:srgbClr val="F1F1F1"/>
      </a:dk2>
      <a:lt2>
        <a:srgbClr val="D5121E"/>
      </a:lt2>
      <a:accent1>
        <a:srgbClr val="E63F54"/>
      </a:accent1>
      <a:accent2>
        <a:srgbClr val="EE7901"/>
      </a:accent2>
      <a:accent3>
        <a:srgbClr val="E9AA68"/>
      </a:accent3>
      <a:accent4>
        <a:srgbClr val="047DC3"/>
      </a:accent4>
      <a:accent5>
        <a:srgbClr val="173CAB"/>
      </a:accent5>
      <a:accent6>
        <a:srgbClr val="09A388"/>
      </a:accent6>
      <a:hlink>
        <a:srgbClr val="95C128"/>
      </a:hlink>
      <a:folHlink>
        <a:srgbClr val="922183"/>
      </a:folHlink>
    </a:clrScheme>
    <a:fontScheme name="Police Sopra H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0">
          <a:solidFill>
            <a:schemeClr val="bg1">
              <a:lumMod val="95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Sopra HR - Power Point" id="{E52934A2-A485-43D6-AFBA-CE53C574D366}" vid="{E489215D-D2D5-4556-84AD-675F30A2D75B}"/>
    </a:ext>
  </a:extLst>
</a:theme>
</file>

<file path=ppt/theme/theme4.xml><?xml version="1.0" encoding="utf-8"?>
<a:theme xmlns:a="http://schemas.openxmlformats.org/drawingml/2006/main" name="2_Template logo Sopra HR">
  <a:themeElements>
    <a:clrScheme name="Couleurs Sopra HR">
      <a:dk1>
        <a:srgbClr val="000000"/>
      </a:dk1>
      <a:lt1>
        <a:srgbClr val="FFFFFF"/>
      </a:lt1>
      <a:dk2>
        <a:srgbClr val="F1F1F1"/>
      </a:dk2>
      <a:lt2>
        <a:srgbClr val="D5121E"/>
      </a:lt2>
      <a:accent1>
        <a:srgbClr val="E63F54"/>
      </a:accent1>
      <a:accent2>
        <a:srgbClr val="EE7901"/>
      </a:accent2>
      <a:accent3>
        <a:srgbClr val="E9AA68"/>
      </a:accent3>
      <a:accent4>
        <a:srgbClr val="047DC3"/>
      </a:accent4>
      <a:accent5>
        <a:srgbClr val="173CAB"/>
      </a:accent5>
      <a:accent6>
        <a:srgbClr val="09A388"/>
      </a:accent6>
      <a:hlink>
        <a:srgbClr val="95C128"/>
      </a:hlink>
      <a:folHlink>
        <a:srgbClr val="922183"/>
      </a:folHlink>
    </a:clrScheme>
    <a:fontScheme name="Police Sopra H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0">
          <a:solidFill>
            <a:schemeClr val="bg1">
              <a:lumMod val="95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Sopra HR - Power Point" id="{E52934A2-A485-43D6-AFBA-CE53C574D366}" vid="{E489215D-D2D5-4556-84AD-675F30A2D75B}"/>
    </a:ext>
  </a:extLst>
</a:theme>
</file>

<file path=ppt/theme/theme5.xml><?xml version="1.0" encoding="utf-8"?>
<a:theme xmlns:a="http://schemas.openxmlformats.org/drawingml/2006/main" name="6_Office Theme">
  <a:themeElements>
    <a:clrScheme name="Sopra HR">
      <a:dk1>
        <a:srgbClr val="171717"/>
      </a:dk1>
      <a:lt1>
        <a:srgbClr val="FFFFFF"/>
      </a:lt1>
      <a:dk2>
        <a:srgbClr val="F07D00"/>
      </a:dk2>
      <a:lt2>
        <a:srgbClr val="00A188"/>
      </a:lt2>
      <a:accent1>
        <a:srgbClr val="CF022B"/>
      </a:accent1>
      <a:accent2>
        <a:srgbClr val="CDDCE6"/>
      </a:accent2>
      <a:accent3>
        <a:srgbClr val="F07D00"/>
      </a:accent3>
      <a:accent4>
        <a:srgbClr val="CF022B"/>
      </a:accent4>
      <a:accent5>
        <a:srgbClr val="007AC2"/>
      </a:accent5>
      <a:accent6>
        <a:srgbClr val="FFC000"/>
      </a:accent6>
      <a:hlink>
        <a:srgbClr val="EDEDED"/>
      </a:hlink>
      <a:folHlink>
        <a:srgbClr val="CF022B"/>
      </a:folHlink>
    </a:clrScheme>
    <a:fontScheme name="Custom 13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0">
          <a:solidFill>
            <a:schemeClr val="bg1">
              <a:lumMod val="95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Sopra HR - Power Point" id="{E52934A2-A485-43D6-AFBA-CE53C574D366}" vid="{E489215D-D2D5-4556-84AD-675F30A2D75B}"/>
    </a:ext>
  </a:extLst>
</a:theme>
</file>

<file path=ppt/theme/theme6.xml><?xml version="1.0" encoding="utf-8"?>
<a:theme xmlns:a="http://schemas.openxmlformats.org/drawingml/2006/main" name="7_Office Theme">
  <a:themeElements>
    <a:clrScheme name="Sopra HR">
      <a:dk1>
        <a:srgbClr val="171717"/>
      </a:dk1>
      <a:lt1>
        <a:srgbClr val="FFFFFF"/>
      </a:lt1>
      <a:dk2>
        <a:srgbClr val="F07D00"/>
      </a:dk2>
      <a:lt2>
        <a:srgbClr val="00A188"/>
      </a:lt2>
      <a:accent1>
        <a:srgbClr val="CF022B"/>
      </a:accent1>
      <a:accent2>
        <a:srgbClr val="CDDCE6"/>
      </a:accent2>
      <a:accent3>
        <a:srgbClr val="F07D00"/>
      </a:accent3>
      <a:accent4>
        <a:srgbClr val="CF022B"/>
      </a:accent4>
      <a:accent5>
        <a:srgbClr val="007AC2"/>
      </a:accent5>
      <a:accent6>
        <a:srgbClr val="FFC000"/>
      </a:accent6>
      <a:hlink>
        <a:srgbClr val="EDEDED"/>
      </a:hlink>
      <a:folHlink>
        <a:srgbClr val="CF022B"/>
      </a:folHlink>
    </a:clrScheme>
    <a:fontScheme name="Custom 13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27000">
          <a:solidFill>
            <a:schemeClr val="bg1">
              <a:lumMod val="95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Sopra HR - Power Point" id="{E52934A2-A485-43D6-AFBA-CE53C574D366}" vid="{E489215D-D2D5-4556-84AD-675F30A2D75B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81265917DEE4FB5582ED59A040EFA" ma:contentTypeVersion="16" ma:contentTypeDescription="Create a new document." ma:contentTypeScope="" ma:versionID="5e6cc2b96a20751fe64f6a1f527b4e3f">
  <xsd:schema xmlns:xsd="http://www.w3.org/2001/XMLSchema" xmlns:xs="http://www.w3.org/2001/XMLSchema" xmlns:p="http://schemas.microsoft.com/office/2006/metadata/properties" xmlns:ns2="6862f17d-333f-429f-ba00-3f7e467861cc" xmlns:ns3="8e14e302-aee0-437e-a365-c0aa6b5554aa" targetNamespace="http://schemas.microsoft.com/office/2006/metadata/properties" ma:root="true" ma:fieldsID="bd894e874c17d02bddbbb9d64daa2006" ns2:_="" ns3:_="">
    <xsd:import namespace="6862f17d-333f-429f-ba00-3f7e467861cc"/>
    <xsd:import namespace="8e14e302-aee0-437e-a365-c0aa6b5554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62f17d-333f-429f-ba00-3f7e467861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00e2059-5ee7-47e9-8d7c-e5c5b9f97e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14e302-aee0-437e-a365-c0aa6b5554aa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7b2697fe-07b1-4123-ac2d-769770d2af39}" ma:internalName="TaxCatchAll" ma:showField="CatchAllData" ma:web="8e14e302-aee0-437e-a365-c0aa6b5554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62f17d-333f-429f-ba00-3f7e467861cc">
      <Terms xmlns="http://schemas.microsoft.com/office/infopath/2007/PartnerControls"/>
    </lcf76f155ced4ddcb4097134ff3c332f>
    <TaxCatchAll xmlns="8e14e302-aee0-437e-a365-c0aa6b5554a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BCC280-29C3-4F63-B0CD-8322E7ED74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62f17d-333f-429f-ba00-3f7e467861cc"/>
    <ds:schemaRef ds:uri="8e14e302-aee0-437e-a365-c0aa6b5554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49AE03-B849-4EE3-9AD5-08EE25059C5A}">
  <ds:schemaRefs>
    <ds:schemaRef ds:uri="http://schemas.microsoft.com/office/2006/documentManagement/types"/>
    <ds:schemaRef ds:uri="http://purl.org/dc/elements/1.1/"/>
    <ds:schemaRef ds:uri="6862f17d-333f-429f-ba00-3f7e467861cc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8e14e302-aee0-437e-a365-c0aa6b5554aa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2BBFAAA-C73E-4CB1-ADC7-850DC31669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77348</TotalTime>
  <Words>818</Words>
  <Application>Microsoft Office PowerPoint</Application>
  <PresentationFormat>Grand écran</PresentationFormat>
  <Paragraphs>79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6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Arial</vt:lpstr>
      <vt:lpstr>Calibri</vt:lpstr>
      <vt:lpstr>Segoe UI</vt:lpstr>
      <vt:lpstr>Tahoma</vt:lpstr>
      <vt:lpstr>Template volute Sopra HR</vt:lpstr>
      <vt:lpstr>Template logo Sopra HR</vt:lpstr>
      <vt:lpstr>1_Template logo Sopra HR</vt:lpstr>
      <vt:lpstr>2_Template logo Sopra HR</vt:lpstr>
      <vt:lpstr>6_Office Theme</vt:lpstr>
      <vt:lpstr>7_Office Theme</vt:lpstr>
      <vt:lpstr>Profil du collaborateur Mise à jour des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SopraSteria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BEAUCAMPS Anne Charlotte</dc:creator>
  <cp:lastModifiedBy>DUMELIE Lidwine</cp:lastModifiedBy>
  <cp:revision>220</cp:revision>
  <dcterms:created xsi:type="dcterms:W3CDTF">2020-06-05T15:08:45Z</dcterms:created>
  <dcterms:modified xsi:type="dcterms:W3CDTF">2024-12-12T16:02:35Z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0x0101004A281265917DEE4FB5582ED59A040EFA</vt:lpwstr>
  </property>
  <property fmtid="{D5CDD505-2E9C-101B-9397-08002B2CF9AE}" pid="3" name="MediaServiceImageTags">
    <vt:lpwstr/>
  </property>
  <property fmtid="{D5CDD505-2E9C-101B-9397-08002B2CF9AE}" pid="4" name="MSIP_Label_7bd1f144-26ac-4410-8fdb-05c7de218e82_Enabled">
    <vt:lpwstr>true</vt:lpwstr>
  </property>
  <property fmtid="{D5CDD505-2E9C-101B-9397-08002B2CF9AE}" pid="5" name="MSIP_Label_7bd1f144-26ac-4410-8fdb-05c7de218e82_SetDate">
    <vt:lpwstr>2023-11-13T13:46:25Z</vt:lpwstr>
  </property>
  <property fmtid="{D5CDD505-2E9C-101B-9397-08002B2CF9AE}" pid="6" name="MSIP_Label_7bd1f144-26ac-4410-8fdb-05c7de218e82_Method">
    <vt:lpwstr>Standard</vt:lpwstr>
  </property>
  <property fmtid="{D5CDD505-2E9C-101B-9397-08002B2CF9AE}" pid="7" name="MSIP_Label_7bd1f144-26ac-4410-8fdb-05c7de218e82_Name">
    <vt:lpwstr>FR Usage restreint</vt:lpwstr>
  </property>
  <property fmtid="{D5CDD505-2E9C-101B-9397-08002B2CF9AE}" pid="8" name="MSIP_Label_7bd1f144-26ac-4410-8fdb-05c7de218e82_SiteId">
    <vt:lpwstr>8b87af7d-8647-4dc7-8df4-5f69a2011bb5</vt:lpwstr>
  </property>
  <property fmtid="{D5CDD505-2E9C-101B-9397-08002B2CF9AE}" pid="9" name="MSIP_Label_7bd1f144-26ac-4410-8fdb-05c7de218e82_ActionId">
    <vt:lpwstr>3ba32802-da11-4a6f-b4d8-d2ce595cfd3e</vt:lpwstr>
  </property>
  <property fmtid="{D5CDD505-2E9C-101B-9397-08002B2CF9AE}" pid="10" name="MSIP_Label_7bd1f144-26ac-4410-8fdb-05c7de218e82_ContentBits">
    <vt:lpwstr>3</vt:lpwstr>
  </property>
</Properties>
</file>